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Lst>
  <p:notesMasterIdLst>
    <p:notesMasterId r:id="rId5"/>
  </p:notesMasterIdLst>
  <p:handoutMasterIdLst>
    <p:handoutMasterId r:id="rId6"/>
  </p:handoutMasterIdLst>
  <p:sldIdLst>
    <p:sldId id="1989" r:id="rId4"/>
  </p:sldIdLst>
  <p:sldSz cx="12192000" cy="6858000"/>
  <p:notesSz cx="6858000" cy="9144000"/>
  <p:custDataLst>
    <p:tags r:id="rId10"/>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98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70" autoAdjust="0"/>
    <p:restoredTop sz="93792" autoAdjust="0"/>
  </p:normalViewPr>
  <p:slideViewPr>
    <p:cSldViewPr>
      <p:cViewPr varScale="1">
        <p:scale>
          <a:sx n="108" d="100"/>
          <a:sy n="108" d="100"/>
        </p:scale>
        <p:origin x="654" y="108"/>
      </p:cViewPr>
      <p:guideLst>
        <p:guide orient="horz" pos="2362"/>
        <p:guide pos="3659"/>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74" d="100"/>
          <a:sy n="74" d="100"/>
        </p:scale>
        <p:origin x="2706" y="6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0" Type="http://schemas.openxmlformats.org/officeDocument/2006/relationships/tags" Target="tags/tag3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fld>
            <a:endParaRPr lang="pt-PT" sz="90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fld>
            <a:endParaRPr lang="pt-PT" sz="90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nl-NL" altLang="nl-NL"/>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media/image1.emf"/><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image" Target="../media/image1.emf"/><Relationship Id="rId3" Type="http://schemas.openxmlformats.org/officeDocument/2006/relationships/oleObject" Target="../embeddings/oleObject2.bin"/><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image" Target="../media/image1.emf"/><Relationship Id="rId3" Type="http://schemas.openxmlformats.org/officeDocument/2006/relationships/oleObject" Target="../embeddings/oleObject3.bin"/><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image" Target="../media/image1.emf"/><Relationship Id="rId3" Type="http://schemas.openxmlformats.org/officeDocument/2006/relationships/oleObject" Target="../embeddings/oleObject4.bin"/><Relationship Id="rId2" Type="http://schemas.openxmlformats.org/officeDocument/2006/relationships/tags" Target="../tags/tag12.xml"/><Relationship Id="rId10" Type="http://schemas.openxmlformats.org/officeDocument/2006/relationships/vmlDrawing" Target="../drawings/vmlDrawing4.v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tags" Target="../tags/tag19.xml"/><Relationship Id="rId4" Type="http://schemas.openxmlformats.org/officeDocument/2006/relationships/image" Target="../media/image1.emf"/><Relationship Id="rId3" Type="http://schemas.openxmlformats.org/officeDocument/2006/relationships/oleObject" Target="../embeddings/oleObject5.bin"/><Relationship Id="rId2" Type="http://schemas.openxmlformats.org/officeDocument/2006/relationships/tags" Target="../tags/tag1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image" Target="../media/image1.emf"/><Relationship Id="rId3" Type="http://schemas.openxmlformats.org/officeDocument/2006/relationships/oleObject" Target="../embeddings/oleObject6.bin"/><Relationship Id="rId2" Type="http://schemas.openxmlformats.org/officeDocument/2006/relationships/tags" Target="../tags/tag2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image" Target="../media/image2.emf"/><Relationship Id="rId3" Type="http://schemas.openxmlformats.org/officeDocument/2006/relationships/oleObject" Target="../embeddings/oleObject7.bin"/><Relationship Id="rId2" Type="http://schemas.openxmlformats.org/officeDocument/2006/relationships/tags" Target="../tags/tag21.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image" Target="../media/image2.emf"/><Relationship Id="rId3" Type="http://schemas.openxmlformats.org/officeDocument/2006/relationships/oleObject" Target="../embeddings/oleObject8.bin"/><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image" Target="../media/image2.emf"/><Relationship Id="rId3" Type="http://schemas.openxmlformats.org/officeDocument/2006/relationships/oleObject" Target="../embeddings/oleObject9.bin"/><Relationship Id="rId2" Type="http://schemas.openxmlformats.org/officeDocument/2006/relationships/tags" Target="../tags/tag23.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image" Target="../media/image2.emf"/><Relationship Id="rId3" Type="http://schemas.openxmlformats.org/officeDocument/2006/relationships/oleObject" Target="../embeddings/oleObject11.bin"/><Relationship Id="rId2" Type="http://schemas.openxmlformats.org/officeDocument/2006/relationships/tags" Target="../tags/tag3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image" Target="../media/image2.emf"/><Relationship Id="rId3" Type="http://schemas.openxmlformats.org/officeDocument/2006/relationships/oleObject" Target="../embeddings/oleObject12.bin"/><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hyperlink" Target="http://www.youtube.com/capgeminimedia" TargetMode="External"/><Relationship Id="rId7" Type="http://schemas.openxmlformats.org/officeDocument/2006/relationships/image" Target="../media/image6.png"/><Relationship Id="rId6" Type="http://schemas.openxmlformats.org/officeDocument/2006/relationships/hyperlink" Target="http://www.twitter.com/capgemini" TargetMode="External"/><Relationship Id="rId5" Type="http://schemas.openxmlformats.org/officeDocument/2006/relationships/image" Target="../media/image5.png"/><Relationship Id="rId4" Type="http://schemas.openxmlformats.org/officeDocument/2006/relationships/hyperlink" Target="http://www.slideshare.net/capgemini" TargetMode="External"/><Relationship Id="rId3" Type="http://schemas.openxmlformats.org/officeDocument/2006/relationships/image" Target="../media/image4.png"/><Relationship Id="rId2" Type="http://schemas.openxmlformats.org/officeDocument/2006/relationships/hyperlink" Target="http://www.linkedin.com/company/capgemini" TargetMode="External"/><Relationship Id="rId13" Type="http://schemas.openxmlformats.org/officeDocument/2006/relationships/hyperlink" Target="https://www.capgemini.com/insights-data" TargetMode="External"/><Relationship Id="rId12" Type="http://schemas.openxmlformats.org/officeDocument/2006/relationships/image" Target="../media/image9.png"/><Relationship Id="rId11" Type="http://schemas.openxmlformats.org/officeDocument/2006/relationships/image" Target="../media/image8.png"/><Relationship Id="rId10" Type="http://schemas.openxmlformats.org/officeDocument/2006/relationships/hyperlink" Target="http://www.facebook.com/capgemini" TargetMode="Externa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image" Target="../media/image2.emf"/><Relationship Id="rId3" Type="http://schemas.openxmlformats.org/officeDocument/2006/relationships/oleObject" Target="../embeddings/oleObject13.bin"/><Relationship Id="rId2" Type="http://schemas.openxmlformats.org/officeDocument/2006/relationships/tags" Target="../tags/tag32.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4101" name="think-cell Slide" r:id="rId3" imgW="12700" imgH="12700" progId="">
                  <p:embed/>
                </p:oleObj>
              </mc:Choice>
              <mc:Fallback>
                <p:oleObj name="think-cell Slide" r:id="rId3" imgW="12700" imgH="12700" progId="">
                  <p:embed/>
                  <p:pic>
                    <p:nvPicPr>
                      <p:cNvPr id="0" name="Object 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5"/>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6"/>
            </p:custDataLst>
          </p:nvPr>
        </p:nvSpPr>
        <p:spPr>
          <a:xfrm>
            <a:off x="398021" y="1494771"/>
            <a:ext cx="11793979" cy="4643751"/>
          </a:xfrm>
        </p:spPr>
        <p:txBody>
          <a:bodyPr/>
          <a:lstStyle>
            <a:lvl1pPr>
              <a:defRPr b="0"/>
            </a:lvl1pPr>
            <a:lvl5pPr>
              <a:buNone/>
              <a:defRPr/>
            </a:lvl5pPr>
          </a:lstStyle>
          <a:p>
            <a:pPr lvl="0"/>
            <a:r>
              <a:rPr lang="en-US" noProof="0" dirty="0"/>
              <a:t>Click to edit Master text style</a:t>
            </a:r>
            <a:endParaRPr lang="en-US" noProof="0" dirty="0"/>
          </a:p>
          <a:p>
            <a:pPr lvl="1"/>
            <a:r>
              <a:rPr lang="en-US" noProof="0" dirty="0"/>
              <a:t>Text style level 2</a:t>
            </a:r>
            <a:endParaRPr lang="en-US" noProof="0" dirty="0"/>
          </a:p>
          <a:p>
            <a:pPr lvl="2"/>
            <a:r>
              <a:rPr lang="en-US" noProof="0" dirty="0"/>
              <a:t>Text style level 3</a:t>
            </a:r>
            <a:endParaRPr lang="en-US" noProof="0" dirty="0"/>
          </a:p>
          <a:p>
            <a:pPr lvl="3"/>
            <a:r>
              <a:rPr lang="en-US" noProof="0" dirty="0"/>
              <a:t>Text style level 4</a:t>
            </a:r>
            <a:endParaRPr lang="en-US"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5125" name="think-cell Slide" r:id="rId3" imgW="12700" imgH="12700" progId="">
                  <p:embed/>
                </p:oleObj>
              </mc:Choice>
              <mc:Fallback>
                <p:oleObj name="think-cell Slide" r:id="rId3" imgW="12700" imgH="12700" progId="">
                  <p:embed/>
                  <p:pic>
                    <p:nvPicPr>
                      <p:cNvPr id="0" name="Object 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5"/>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6"/>
            </p:custDataLst>
          </p:nvPr>
        </p:nvSpPr>
        <p:spPr>
          <a:xfrm>
            <a:off x="398021" y="2111956"/>
            <a:ext cx="11793979" cy="4026560"/>
          </a:xfrm>
        </p:spPr>
        <p:txBody>
          <a:bodyPr/>
          <a:lstStyle>
            <a:lvl1pPr>
              <a:defRPr b="0"/>
            </a:lvl1pPr>
          </a:lstStyle>
          <a:p>
            <a:pPr lvl="0"/>
            <a:r>
              <a:rPr lang="en-US" noProof="0" dirty="0"/>
              <a:t>Click to edit Master text style</a:t>
            </a:r>
            <a:endParaRPr lang="en-US" noProof="0" dirty="0"/>
          </a:p>
          <a:p>
            <a:pPr lvl="1"/>
            <a:r>
              <a:rPr lang="en-US" noProof="0" dirty="0"/>
              <a:t>Text style level 2</a:t>
            </a:r>
            <a:endParaRPr lang="en-US" noProof="0" dirty="0"/>
          </a:p>
          <a:p>
            <a:pPr lvl="2"/>
            <a:r>
              <a:rPr lang="en-US" noProof="0" dirty="0"/>
              <a:t>Text style level 3</a:t>
            </a:r>
            <a:endParaRPr lang="en-US" noProof="0" dirty="0"/>
          </a:p>
          <a:p>
            <a:pPr lvl="3"/>
            <a:r>
              <a:rPr lang="en-US" noProof="0" dirty="0"/>
              <a:t>Text style level 4</a:t>
            </a:r>
            <a:endParaRPr lang="en-US" noProof="0" dirty="0"/>
          </a:p>
        </p:txBody>
      </p:sp>
      <p:sp>
        <p:nvSpPr>
          <p:cNvPr id="8" name="Espace réservé du texte 7"/>
          <p:cNvSpPr>
            <a:spLocks noGrp="1"/>
          </p:cNvSpPr>
          <p:nvPr>
            <p:ph type="body" sz="quarter" idx="11" hasCustomPrompt="1"/>
            <p:custDataLst>
              <p:tags r:id="rId7"/>
            </p:custDataLst>
          </p:nvPr>
        </p:nvSpPr>
        <p:spPr>
          <a:xfrm>
            <a:off x="398144" y="1495447"/>
            <a:ext cx="11813714" cy="643612"/>
          </a:xfr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endParaRPr lang="fr-F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6149" name="think-cell Slide" r:id="rId3" imgW="12700" imgH="12700" progId="">
                  <p:embed/>
                </p:oleObj>
              </mc:Choice>
              <mc:Fallback>
                <p:oleObj name="think-cell Slide" r:id="rId3" imgW="12700" imgH="12700" progId="">
                  <p:embed/>
                  <p:pic>
                    <p:nvPicPr>
                      <p:cNvPr id="0"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5"/>
            </p:custDataLst>
          </p:nvPr>
        </p:nvSpPr>
        <p:spPr/>
        <p:txBody>
          <a:bodyPr/>
          <a:lstStyle>
            <a:lvl1pPr>
              <a:defRPr/>
            </a:lvl1pPr>
          </a:lstStyle>
          <a:p>
            <a:pPr lvl="0"/>
            <a:r>
              <a:rPr lang="en-US" noProof="0" dirty="0"/>
              <a:t>Click to edit Master title style</a:t>
            </a:r>
            <a:endParaRPr lang="en-US" noProof="0" dirty="0"/>
          </a:p>
        </p:txBody>
      </p:sp>
      <p:sp>
        <p:nvSpPr>
          <p:cNvPr id="4" name="Espace réservé du contenu 3"/>
          <p:cNvSpPr>
            <a:spLocks noGrp="1"/>
          </p:cNvSpPr>
          <p:nvPr>
            <p:ph sz="quarter" idx="10" hasCustomPrompt="1"/>
            <p:custDataLst>
              <p:tags r:id="rId6"/>
            </p:custDataLst>
          </p:nvPr>
        </p:nvSpPr>
        <p:spPr>
          <a:xfrm>
            <a:off x="387334" y="1533439"/>
            <a:ext cx="5541093" cy="4715504"/>
          </a:xfrm>
        </p:spPr>
        <p:txBody>
          <a:bodyPr/>
          <a:lstStyle>
            <a:lvl1pPr>
              <a:defRPr sz="2000"/>
            </a:lvl1pPr>
          </a:lstStyle>
          <a:p>
            <a:pPr lvl="0"/>
            <a:r>
              <a:rPr lang="en-US" noProof="0" dirty="0"/>
              <a:t>Click to edit Master text style</a:t>
            </a:r>
            <a:endParaRPr lang="en-US" noProof="0" dirty="0"/>
          </a:p>
          <a:p>
            <a:pPr lvl="1"/>
            <a:r>
              <a:rPr lang="en-US" noProof="0" dirty="0"/>
              <a:t>Text style level 2</a:t>
            </a:r>
            <a:endParaRPr lang="en-US" noProof="0" dirty="0"/>
          </a:p>
          <a:p>
            <a:pPr lvl="2"/>
            <a:r>
              <a:rPr lang="en-US" noProof="0" dirty="0"/>
              <a:t>Text style level 3</a:t>
            </a:r>
            <a:endParaRPr lang="en-US" noProof="0" dirty="0"/>
          </a:p>
          <a:p>
            <a:pPr lvl="3"/>
            <a:r>
              <a:rPr lang="en-US" noProof="0" dirty="0"/>
              <a:t>Text style level 4</a:t>
            </a:r>
            <a:endParaRPr lang="en-US" noProof="0" dirty="0"/>
          </a:p>
        </p:txBody>
      </p:sp>
      <p:sp>
        <p:nvSpPr>
          <p:cNvPr id="6" name="Espace réservé du contenu 5"/>
          <p:cNvSpPr>
            <a:spLocks noGrp="1"/>
          </p:cNvSpPr>
          <p:nvPr>
            <p:ph sz="quarter" idx="11" hasCustomPrompt="1"/>
            <p:custDataLst>
              <p:tags r:id="rId7"/>
            </p:custDataLst>
          </p:nvPr>
        </p:nvSpPr>
        <p:spPr>
          <a:xfrm>
            <a:off x="6181954" y="1533440"/>
            <a:ext cx="5541093" cy="4725584"/>
          </a:xfrm>
        </p:spPr>
        <p:txBody>
          <a:bodyPr/>
          <a:lstStyle>
            <a:lvl1pPr>
              <a:defRPr sz="2000"/>
            </a:lvl1pPr>
          </a:lstStyle>
          <a:p>
            <a:pPr lvl="0"/>
            <a:r>
              <a:rPr lang="en-US" noProof="0" dirty="0"/>
              <a:t>Click to edit Master text style</a:t>
            </a:r>
            <a:endParaRPr lang="en-US" noProof="0" dirty="0"/>
          </a:p>
          <a:p>
            <a:pPr lvl="1"/>
            <a:r>
              <a:rPr lang="en-US" noProof="0" dirty="0"/>
              <a:t>Text style level 2</a:t>
            </a:r>
            <a:endParaRPr lang="en-US" noProof="0" dirty="0"/>
          </a:p>
          <a:p>
            <a:pPr lvl="2"/>
            <a:r>
              <a:rPr lang="en-US" noProof="0" dirty="0"/>
              <a:t>Text style level 3</a:t>
            </a:r>
            <a:endParaRPr lang="en-US" noProof="0" dirty="0"/>
          </a:p>
          <a:p>
            <a:pPr lvl="3"/>
            <a:r>
              <a:rPr lang="en-US" noProof="0" dirty="0"/>
              <a:t>Text style level 4</a:t>
            </a:r>
            <a:endParaRPr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7173" name="think-cell Slide" r:id="rId3" imgW="12700" imgH="12700" progId="">
                  <p:embed/>
                </p:oleObj>
              </mc:Choice>
              <mc:Fallback>
                <p:oleObj name="think-cell Slide" r:id="rId3" imgW="12700" imgH="12700" progId="">
                  <p:embed/>
                  <p:pic>
                    <p:nvPicPr>
                      <p:cNvPr id="0" name="Object 7"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5"/>
            </p:custDataLst>
          </p:nvPr>
        </p:nvSpPr>
        <p:spPr/>
        <p:txBody>
          <a:bodyPr/>
          <a:lstStyle>
            <a:lvl1pPr>
              <a:defRPr/>
            </a:lvl1pPr>
          </a:lstStyle>
          <a:p>
            <a:pPr lvl="0"/>
            <a:r>
              <a:rPr lang="en-US" noProof="0" dirty="0"/>
              <a:t>Click to edit Master title style</a:t>
            </a:r>
            <a:endParaRPr lang="en-US" noProof="0" dirty="0"/>
          </a:p>
        </p:txBody>
      </p:sp>
      <p:sp>
        <p:nvSpPr>
          <p:cNvPr id="4" name="Espace réservé du contenu 3"/>
          <p:cNvSpPr>
            <a:spLocks noGrp="1"/>
          </p:cNvSpPr>
          <p:nvPr>
            <p:ph sz="quarter" idx="10" hasCustomPrompt="1"/>
            <p:custDataLst>
              <p:tags r:id="rId6"/>
            </p:custDataLst>
          </p:nvPr>
        </p:nvSpPr>
        <p:spPr>
          <a:xfrm>
            <a:off x="387334" y="2206953"/>
            <a:ext cx="5541093" cy="4041990"/>
          </a:xfrm>
        </p:spPr>
        <p:txBody>
          <a:bodyPr/>
          <a:lstStyle>
            <a:lvl1pPr>
              <a:defRPr sz="1800"/>
            </a:lvl1pPr>
            <a:lvl2pPr>
              <a:defRPr sz="1600"/>
            </a:lvl2pPr>
            <a:lvl3pPr>
              <a:defRPr sz="1400"/>
            </a:lvl3pPr>
            <a:lvl4pPr>
              <a:defRPr sz="1200"/>
            </a:lvl4pPr>
          </a:lstStyle>
          <a:p>
            <a:pPr lvl="0"/>
            <a:r>
              <a:rPr lang="en-US" noProof="0" dirty="0"/>
              <a:t>Click to edit Master text style</a:t>
            </a:r>
            <a:endParaRPr lang="en-US" noProof="0" dirty="0"/>
          </a:p>
          <a:p>
            <a:pPr lvl="1"/>
            <a:r>
              <a:rPr lang="en-US" noProof="0" dirty="0"/>
              <a:t>Text style level 2</a:t>
            </a:r>
            <a:endParaRPr lang="en-US" noProof="0" dirty="0"/>
          </a:p>
          <a:p>
            <a:pPr lvl="2"/>
            <a:r>
              <a:rPr lang="en-US" noProof="0" dirty="0"/>
              <a:t>Text style level 3</a:t>
            </a:r>
            <a:endParaRPr lang="en-US" noProof="0" dirty="0"/>
          </a:p>
          <a:p>
            <a:pPr lvl="3"/>
            <a:r>
              <a:rPr lang="en-US" noProof="0" dirty="0"/>
              <a:t>Text style level 4</a:t>
            </a:r>
            <a:endParaRPr lang="en-US" noProof="0" dirty="0"/>
          </a:p>
        </p:txBody>
      </p:sp>
      <p:sp>
        <p:nvSpPr>
          <p:cNvPr id="6" name="Espace réservé du contenu 5"/>
          <p:cNvSpPr>
            <a:spLocks noGrp="1"/>
          </p:cNvSpPr>
          <p:nvPr>
            <p:ph sz="quarter" idx="11" hasCustomPrompt="1"/>
            <p:custDataLst>
              <p:tags r:id="rId7"/>
            </p:custDataLst>
          </p:nvPr>
        </p:nvSpPr>
        <p:spPr>
          <a:xfrm>
            <a:off x="6181954" y="2208394"/>
            <a:ext cx="5541093" cy="4050630"/>
          </a:xfrm>
        </p:spPr>
        <p:txBody>
          <a:bodyPr/>
          <a:lstStyle>
            <a:lvl1pPr>
              <a:defRPr sz="1800"/>
            </a:lvl1pPr>
            <a:lvl2pPr>
              <a:defRPr sz="1600"/>
            </a:lvl2pPr>
            <a:lvl3pPr>
              <a:defRPr sz="1400"/>
            </a:lvl3pPr>
            <a:lvl4pPr>
              <a:defRPr sz="1200"/>
            </a:lvl4pPr>
          </a:lstStyle>
          <a:p>
            <a:pPr lvl="0"/>
            <a:r>
              <a:rPr lang="en-US" noProof="0" dirty="0"/>
              <a:t>Click to edit Master text style</a:t>
            </a:r>
            <a:endParaRPr lang="en-US" noProof="0" dirty="0"/>
          </a:p>
          <a:p>
            <a:pPr lvl="1"/>
            <a:r>
              <a:rPr lang="en-US" noProof="0" dirty="0"/>
              <a:t>Text style level 2</a:t>
            </a:r>
            <a:endParaRPr lang="en-US" noProof="0" dirty="0"/>
          </a:p>
          <a:p>
            <a:pPr lvl="2"/>
            <a:r>
              <a:rPr lang="en-US" noProof="0" dirty="0"/>
              <a:t>Text style level 3</a:t>
            </a:r>
            <a:endParaRPr lang="en-US" noProof="0" dirty="0"/>
          </a:p>
          <a:p>
            <a:pPr lvl="3"/>
            <a:r>
              <a:rPr lang="en-US" noProof="0" dirty="0"/>
              <a:t>Text style level 4</a:t>
            </a:r>
            <a:endParaRPr lang="en-US" noProof="0" dirty="0"/>
          </a:p>
        </p:txBody>
      </p:sp>
      <p:sp>
        <p:nvSpPr>
          <p:cNvPr id="7" name="Espace réservé du texte 6"/>
          <p:cNvSpPr>
            <a:spLocks noGrp="1"/>
          </p:cNvSpPr>
          <p:nvPr>
            <p:ph type="body" sz="quarter" idx="12" hasCustomPrompt="1"/>
            <p:custDataLst>
              <p:tags r:id="rId8"/>
            </p:custDataLst>
          </p:nvPr>
        </p:nvSpPr>
        <p:spPr>
          <a:xfrm>
            <a:off x="387335" y="1542648"/>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dirty="0"/>
              <a:t>Click to edit Master text style</a:t>
            </a:r>
            <a:endParaRPr lang="en-US" noProof="0" dirty="0"/>
          </a:p>
        </p:txBody>
      </p:sp>
      <p:sp>
        <p:nvSpPr>
          <p:cNvPr id="9" name="Espace réservé du texte 8"/>
          <p:cNvSpPr>
            <a:spLocks noGrp="1"/>
          </p:cNvSpPr>
          <p:nvPr>
            <p:ph type="body" sz="quarter" idx="13" hasCustomPrompt="1"/>
            <p:custDataLst>
              <p:tags r:id="rId9"/>
            </p:custDataLst>
          </p:nvPr>
        </p:nvSpPr>
        <p:spPr>
          <a:xfrm>
            <a:off x="6182332" y="1533439"/>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a:t>Click to edit Master text style</a:t>
            </a:r>
            <a:endParaRPr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endParaRPr lang="en-US" noProof="0" dirty="0"/>
          </a:p>
        </p:txBody>
      </p:sp>
      <p:sp>
        <p:nvSpPr>
          <p:cNvPr id="4" name="Content Placeholder 3"/>
          <p:cNvSpPr>
            <a:spLocks noGrp="1"/>
          </p:cNvSpPr>
          <p:nvPr>
            <p:ph sz="half" idx="2" hasCustomPrompt="1"/>
          </p:nvPr>
        </p:nvSpPr>
        <p:spPr>
          <a:xfrm>
            <a:off x="292348"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a:t>Click to edit Master text style</a:t>
            </a:r>
            <a:endParaRPr lang="en-US" noProof="0" dirty="0"/>
          </a:p>
          <a:p>
            <a:pPr lvl="1"/>
            <a:r>
              <a:rPr lang="en-US" noProof="0" dirty="0"/>
              <a:t>Text style level 2</a:t>
            </a:r>
            <a:endParaRPr lang="en-US" noProof="0" dirty="0"/>
          </a:p>
          <a:p>
            <a:pPr lvl="2"/>
            <a:r>
              <a:rPr lang="en-US" noProof="0" dirty="0"/>
              <a:t>Text style level 3</a:t>
            </a:r>
            <a:endParaRPr lang="en-US" noProof="0" dirty="0"/>
          </a:p>
          <a:p>
            <a:pPr lvl="3"/>
            <a:r>
              <a:rPr lang="en-US" noProof="0" dirty="0"/>
              <a:t>Text style level 4</a:t>
            </a:r>
            <a:endParaRPr lang="en-US" noProof="0" dirty="0"/>
          </a:p>
        </p:txBody>
      </p:sp>
      <p:sp>
        <p:nvSpPr>
          <p:cNvPr id="5" name="Text Placeholder 4"/>
          <p:cNvSpPr>
            <a:spLocks noGrp="1"/>
          </p:cNvSpPr>
          <p:nvPr>
            <p:ph type="body" sz="quarter" idx="3" hasCustomPrompt="1"/>
          </p:nvPr>
        </p:nvSpPr>
        <p:spPr>
          <a:xfrm>
            <a:off x="6217054" y="1436915"/>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noAutofit/>
          </a:bodyPr>
          <a:lstStyle>
            <a:lvl1pPr marL="0" indent="0">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endParaRPr lang="en-US" noProof="0" dirty="0"/>
          </a:p>
        </p:txBody>
      </p:sp>
      <p:sp>
        <p:nvSpPr>
          <p:cNvPr id="6" name="Content Placeholder 5"/>
          <p:cNvSpPr>
            <a:spLocks noGrp="1"/>
          </p:cNvSpPr>
          <p:nvPr>
            <p:ph sz="quarter" idx="4" hasCustomPrompt="1"/>
          </p:nvPr>
        </p:nvSpPr>
        <p:spPr>
          <a:xfrm>
            <a:off x="6217054"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endParaRPr lang="en-US" noProof="0" dirty="0"/>
          </a:p>
          <a:p>
            <a:pPr lvl="1"/>
            <a:r>
              <a:rPr lang="en-US" noProof="0" dirty="0"/>
              <a:t>Text style level 2</a:t>
            </a:r>
            <a:endParaRPr lang="en-US" noProof="0" dirty="0"/>
          </a:p>
          <a:p>
            <a:pPr lvl="2"/>
            <a:r>
              <a:rPr lang="en-US" noProof="0" dirty="0"/>
              <a:t>Text style level 3</a:t>
            </a:r>
            <a:endParaRPr lang="en-US" noProof="0" dirty="0"/>
          </a:p>
          <a:p>
            <a:pPr lvl="3"/>
            <a:r>
              <a:rPr lang="en-US" noProof="0" dirty="0"/>
              <a:t>Text style level 4</a:t>
            </a:r>
            <a:endParaRPr lang="en-US" noProof="0" dirty="0"/>
          </a:p>
        </p:txBody>
      </p:sp>
      <p:sp>
        <p:nvSpPr>
          <p:cNvPr id="7" name="Text Placeholder 2"/>
          <p:cNvSpPr>
            <a:spLocks noGrp="1"/>
          </p:cNvSpPr>
          <p:nvPr>
            <p:ph type="body" idx="12" hasCustomPrompt="1"/>
          </p:nvPr>
        </p:nvSpPr>
        <p:spPr>
          <a:xfrm>
            <a:off x="292348" y="3820890"/>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endParaRPr lang="en-US" noProof="0" dirty="0"/>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endParaRPr lang="en-US" noProof="0" dirty="0"/>
          </a:p>
          <a:p>
            <a:pPr lvl="1"/>
            <a:r>
              <a:rPr lang="en-US" noProof="0" dirty="0"/>
              <a:t>Text style level 2</a:t>
            </a:r>
            <a:endParaRPr lang="en-US" noProof="0" dirty="0"/>
          </a:p>
          <a:p>
            <a:pPr lvl="2"/>
            <a:r>
              <a:rPr lang="en-US" noProof="0" dirty="0"/>
              <a:t>Text style level 3</a:t>
            </a:r>
            <a:endParaRPr lang="en-US" noProof="0" dirty="0"/>
          </a:p>
          <a:p>
            <a:pPr lvl="3"/>
            <a:r>
              <a:rPr lang="en-US" noProof="0" dirty="0"/>
              <a:t>Text style level 4</a:t>
            </a:r>
            <a:endParaRPr lang="en-US" noProof="0" dirty="0"/>
          </a:p>
        </p:txBody>
      </p:sp>
      <p:sp>
        <p:nvSpPr>
          <p:cNvPr id="9" name="Text Placeholder 4"/>
          <p:cNvSpPr>
            <a:spLocks noGrp="1"/>
          </p:cNvSpPr>
          <p:nvPr>
            <p:ph type="body" sz="quarter" idx="14" hasCustomPrompt="1"/>
          </p:nvPr>
        </p:nvSpPr>
        <p:spPr>
          <a:xfrm>
            <a:off x="6217054" y="3820890"/>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noAutofit/>
          </a:bodyPr>
          <a:lstStyle>
            <a:lvl1pPr marL="0" indent="0">
              <a:buNone/>
              <a:defRPr lang="en-US" sz="1600" b="1" kern="1200" dirty="0" smtClean="0">
                <a:solidFill>
                  <a:schemeClr val="tx1"/>
                </a:solidFill>
                <a:latin typeface="Arial" panose="020B060402020202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endParaRPr lang="en-US" noProof="0" dirty="0"/>
          </a:p>
        </p:txBody>
      </p:sp>
      <p:sp>
        <p:nvSpPr>
          <p:cNvPr id="10" name="Content Placeholder 5"/>
          <p:cNvSpPr>
            <a:spLocks noGrp="1"/>
          </p:cNvSpPr>
          <p:nvPr>
            <p:ph sz="quarter" idx="15" hasCustomPrompt="1"/>
          </p:nvPr>
        </p:nvSpPr>
        <p:spPr>
          <a:xfrm>
            <a:off x="6217054"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endParaRPr lang="en-US" noProof="0" dirty="0"/>
          </a:p>
          <a:p>
            <a:pPr lvl="1"/>
            <a:r>
              <a:rPr lang="en-US" noProof="0" dirty="0"/>
              <a:t>Text style level 2</a:t>
            </a:r>
            <a:endParaRPr lang="en-US" noProof="0" dirty="0"/>
          </a:p>
          <a:p>
            <a:pPr lvl="2"/>
            <a:r>
              <a:rPr lang="en-US" noProof="0" dirty="0"/>
              <a:t>Text style level 3</a:t>
            </a:r>
            <a:endParaRPr lang="en-US" noProof="0" dirty="0"/>
          </a:p>
          <a:p>
            <a:pPr lvl="3"/>
            <a:r>
              <a:rPr lang="en-US" noProof="0" dirty="0"/>
              <a:t>Text style level 4</a:t>
            </a:r>
            <a:endParaRPr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8197" name="think-cell Slide" r:id="rId3" imgW="12700" imgH="12700" progId="">
                  <p:embed/>
                </p:oleObj>
              </mc:Choice>
              <mc:Fallback>
                <p:oleObj name="think-cell Slide" r:id="rId3" imgW="12700" imgH="12700" progId="">
                  <p:embed/>
                  <p:pic>
                    <p:nvPicPr>
                      <p:cNvPr id="0"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5"/>
            </p:custDataLst>
          </p:nvPr>
        </p:nvSpPr>
        <p:spPr/>
        <p:txBody>
          <a:bodyPr/>
          <a:lstStyle>
            <a:lvl1pPr>
              <a:defRPr/>
            </a:lvl1pPr>
          </a:lstStyle>
          <a:p>
            <a:pPr lvl="0"/>
            <a:r>
              <a:rPr lang="en-US" noProof="0" dirty="0"/>
              <a:t>Click to edit Master title style</a:t>
            </a:r>
            <a:endParaRPr lang="en-US"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9221" name="think-cell Slide" r:id="rId3" imgW="12700" imgH="12700" progId="">
                  <p:embed/>
                </p:oleObj>
              </mc:Choice>
              <mc:Fallback>
                <p:oleObj name="think-cell Slide" r:id="rId3" imgW="12700" imgH="12700" progId="">
                  <p:embed/>
                  <p:pic>
                    <p:nvPicPr>
                      <p:cNvPr id="0"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hasCustomPrompt="1"/>
          </p:nvPr>
        </p:nvSpPr>
        <p:spPr bwMode="gray">
          <a:xfrm>
            <a:off x="321579" y="990600"/>
            <a:ext cx="11582400" cy="5029200"/>
          </a:xfrm>
        </p:spPr>
        <p:txBody>
          <a:bodyPr/>
          <a:lstStyle/>
          <a:p>
            <a:pPr lvl="0"/>
            <a:r>
              <a:rPr lang="en-US" noProof="0"/>
              <a:t>Click icon to add table</a:t>
            </a:r>
            <a:endParaRPr lang="en-US" noProof="0" dirty="0"/>
          </a:p>
        </p:txBody>
      </p:sp>
      <p:sp>
        <p:nvSpPr>
          <p:cNvPr id="6" name="Rectangle 134"/>
          <p:cNvSpPr>
            <a:spLocks noGrp="1" noChangeArrowheads="1"/>
          </p:cNvSpPr>
          <p:nvPr>
            <p:ph type="title"/>
          </p:nvPr>
        </p:nvSpPr>
        <p:spPr bwMode="gray">
          <a:xfrm>
            <a:off x="321733" y="212730"/>
            <a:ext cx="11618976" cy="549275"/>
          </a:xfrm>
          <a:prstGeom prst="rect">
            <a:avLst/>
          </a:prstGeom>
          <a:noFill/>
          <a:ln w="9525">
            <a:noFill/>
            <a:miter lim="800000"/>
          </a:ln>
          <a:effectLst/>
        </p:spPr>
        <p:txBody>
          <a:bodyPr/>
          <a:lstStyle/>
          <a:p>
            <a:pPr lvl="0"/>
            <a:r>
              <a:rPr lang="en-US"/>
              <a:t>Click to edit Master title style</a:t>
            </a:r>
            <a:endParaRPr lang="en-US" dirty="0"/>
          </a:p>
        </p:txBody>
      </p:sp>
      <p:sp>
        <p:nvSpPr>
          <p:cNvPr id="4" name="Rectangle 101"/>
          <p:cNvSpPr>
            <a:spLocks noGrp="1" noChangeArrowheads="1"/>
          </p:cNvSpPr>
          <p:nvPr>
            <p:ph type="dt" sz="half" idx="10"/>
          </p:nvPr>
        </p:nvSpPr>
        <p:spPr>
          <a:xfrm>
            <a:off x="4572000" y="6533673"/>
            <a:ext cx="3544277" cy="165100"/>
          </a:xfrm>
          <a:prstGeom prst="rect">
            <a:avLst/>
          </a:prstGeom>
        </p:spPr>
        <p:txBody>
          <a:bodyPr/>
          <a:lstStyle>
            <a:lvl1pPr fontAlgn="base">
              <a:spcBef>
                <a:spcPct val="0"/>
              </a:spcBef>
              <a:spcAft>
                <a:spcPct val="0"/>
              </a:spcAft>
              <a:defRPr sz="900">
                <a:solidFill>
                  <a:schemeClr val="tx1"/>
                </a:solidFill>
                <a:latin typeface="Arial" panose="020B0604020202020204" pitchFamily="34" charset="0"/>
              </a:defRPr>
            </a:lvl1pPr>
          </a:lstStyle>
          <a:p>
            <a:fld id="{425404F2-BE9A-4460-8815-8F645183555F}" type="datetimeFigureOut">
              <a:rPr lang="en-US" smtClean="0"/>
            </a:fld>
            <a:endParaRPr lang="en-US"/>
          </a:p>
        </p:txBody>
      </p:sp>
      <p:sp>
        <p:nvSpPr>
          <p:cNvPr id="5" name="Rectangle 103"/>
          <p:cNvSpPr>
            <a:spLocks noGrp="1" noChangeArrowheads="1"/>
          </p:cNvSpPr>
          <p:nvPr>
            <p:ph type="sldNum" sz="quarter" idx="11"/>
          </p:nvPr>
        </p:nvSpPr>
        <p:spPr>
          <a:xfrm>
            <a:off x="11941908" y="6732599"/>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fld>
            <a:endParaRPr lang="en-US"/>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3" name="Text Placeholder 7"/>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endParaRPr lang="en-US" dirty="0"/>
          </a:p>
        </p:txBody>
      </p:sp>
      <p:sp>
        <p:nvSpPr>
          <p:cNvPr id="14" name="Text Placeholder 7"/>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endParaRPr lang="en-US" dirty="0"/>
          </a:p>
        </p:txBody>
      </p:sp>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7"/>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endParaRPr lang="en-US" dirty="0"/>
          </a:p>
        </p:txBody>
      </p:sp>
      <p:sp>
        <p:nvSpPr>
          <p:cNvPr id="9" name="Text Placeholder 7"/>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Text Placeholder 7"/>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endParaRPr lang="en-US" dirty="0"/>
          </a:p>
        </p:txBody>
      </p:sp>
      <p:sp>
        <p:nvSpPr>
          <p:cNvPr id="11" name="Text Placeholder 7"/>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2" name="Text Placeholder 7"/>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0245" name="think-cell Slide" r:id="rId3" imgW="12700" imgH="12700" progId="TCLayout.ActiveDocument.1">
                  <p:embed/>
                </p:oleObj>
              </mc:Choice>
              <mc:Fallback>
                <p:oleObj name="think-cell Slide" r:id="rId3" imgW="12700" imgH="12700" progId="TCLayout.ActiveDocument.1">
                  <p:embed/>
                  <p:pic>
                    <p:nvPicPr>
                      <p:cNvPr id="0"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p:nvPr/>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ln>
        </p:spPr>
        <p:txBody>
          <a:bodyPr vert="horz" wrap="square" lIns="91440" tIns="45720" rIns="91440" bIns="45720" numCol="1" anchor="t" anchorCtr="0" compatLnSpc="1"/>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endParaRPr lang="en-US" dirty="0"/>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1269" name="think-cell Slide" r:id="rId3" imgW="12700" imgH="12700" progId="TCLayout.ActiveDocument.1">
                  <p:embed/>
                </p:oleObj>
              </mc:Choice>
              <mc:Fallback>
                <p:oleObj name="think-cell Slide" r:id="rId3" imgW="12700" imgH="12700" progId="TCLayout.ActiveDocument.1">
                  <p:embed/>
                  <p:pic>
                    <p:nvPicPr>
                      <p:cNvPr id="0"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2293" name="think-cell Slide" r:id="rId3" imgW="12700" imgH="12700" progId="TCLayout.ActiveDocument.1">
                  <p:embed/>
                </p:oleObj>
              </mc:Choice>
              <mc:Fallback>
                <p:oleObj name="think-cell Slide" r:id="rId3" imgW="12700" imgH="12700" progId="TCLayout.ActiveDocument.1">
                  <p:embed/>
                  <p:pic>
                    <p:nvPicPr>
                      <p:cNvPr id="0"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p:cNvSpPr/>
          <p:nvPr/>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endParaRPr lang="en-US" dirty="0"/>
          </a:p>
        </p:txBody>
      </p:sp>
      <p:sp>
        <p:nvSpPr>
          <p:cNvPr id="23" name="Text Placeholder 4"/>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endParaRPr lang="en-US" dirty="0"/>
          </a:p>
        </p:txBody>
      </p:sp>
      <p:sp>
        <p:nvSpPr>
          <p:cNvPr id="24" name="Text Placeholder 7"/>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endParaRPr lang="en-US" dirty="0"/>
          </a:p>
        </p:txBody>
      </p:sp>
      <p:sp>
        <p:nvSpPr>
          <p:cNvPr id="27" name="Text Placeholder 7"/>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endParaRPr lang="en-US" dirty="0"/>
          </a:p>
        </p:txBody>
      </p:sp>
      <p:sp>
        <p:nvSpPr>
          <p:cNvPr id="13" name="Oval 20"/>
          <p:cNvSpPr/>
          <p:nvPr/>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1" fmla="*/ 0 w 3314252"/>
              <a:gd name="connsiteY0-2" fmla="*/ 1564410 h 3128820"/>
              <a:gd name="connsiteX1-3" fmla="*/ 1657126 w 3314252"/>
              <a:gd name="connsiteY1-4" fmla="*/ 0 h 3128820"/>
              <a:gd name="connsiteX2-5" fmla="*/ 3314252 w 3314252"/>
              <a:gd name="connsiteY2-6" fmla="*/ 1564410 h 3128820"/>
              <a:gd name="connsiteX3-7" fmla="*/ 1657126 w 3314252"/>
              <a:gd name="connsiteY3-8" fmla="*/ 3128820 h 3128820"/>
              <a:gd name="connsiteX4-9" fmla="*/ 0 w 3314252"/>
              <a:gd name="connsiteY4-10" fmla="*/ 1564410 h 3128820"/>
              <a:gd name="connsiteX0-11" fmla="*/ 0 w 3314252"/>
              <a:gd name="connsiteY0-12" fmla="*/ 1565821 h 3130231"/>
              <a:gd name="connsiteX1-13" fmla="*/ 1657126 w 3314252"/>
              <a:gd name="connsiteY1-14" fmla="*/ 1411 h 3130231"/>
              <a:gd name="connsiteX2-15" fmla="*/ 3314252 w 3314252"/>
              <a:gd name="connsiteY2-16" fmla="*/ 1565821 h 3130231"/>
              <a:gd name="connsiteX3-17" fmla="*/ 1657126 w 3314252"/>
              <a:gd name="connsiteY3-18" fmla="*/ 3130231 h 3130231"/>
              <a:gd name="connsiteX4-19" fmla="*/ 0 w 3314252"/>
              <a:gd name="connsiteY4-20" fmla="*/ 1565821 h 3130231"/>
              <a:gd name="connsiteX0-21" fmla="*/ 0 w 3314252"/>
              <a:gd name="connsiteY0-22" fmla="*/ 1567937 h 3132347"/>
              <a:gd name="connsiteX1-23" fmla="*/ 1657126 w 3314252"/>
              <a:gd name="connsiteY1-24" fmla="*/ 3527 h 3132347"/>
              <a:gd name="connsiteX2-25" fmla="*/ 3314252 w 3314252"/>
              <a:gd name="connsiteY2-26" fmla="*/ 1567937 h 3132347"/>
              <a:gd name="connsiteX3-27" fmla="*/ 1657126 w 3314252"/>
              <a:gd name="connsiteY3-28" fmla="*/ 3132347 h 3132347"/>
              <a:gd name="connsiteX4-29" fmla="*/ 0 w 3314252"/>
              <a:gd name="connsiteY4-30" fmla="*/ 1567937 h 3132347"/>
              <a:gd name="connsiteX0-31" fmla="*/ 0 w 3314252"/>
              <a:gd name="connsiteY0-32" fmla="*/ 1564505 h 3128915"/>
              <a:gd name="connsiteX1-33" fmla="*/ 1657126 w 3314252"/>
              <a:gd name="connsiteY1-34" fmla="*/ 95 h 3128915"/>
              <a:gd name="connsiteX2-35" fmla="*/ 3314252 w 3314252"/>
              <a:gd name="connsiteY2-36" fmla="*/ 1564505 h 3128915"/>
              <a:gd name="connsiteX3-37" fmla="*/ 1657126 w 3314252"/>
              <a:gd name="connsiteY3-38" fmla="*/ 3128915 h 3128915"/>
              <a:gd name="connsiteX4-39" fmla="*/ 0 w 3314252"/>
              <a:gd name="connsiteY4-40" fmla="*/ 1564505 h 3128915"/>
              <a:gd name="connsiteX0-41" fmla="*/ 0 w 3314252"/>
              <a:gd name="connsiteY0-42" fmla="*/ 1565503 h 3129913"/>
              <a:gd name="connsiteX1-43" fmla="*/ 1657126 w 3314252"/>
              <a:gd name="connsiteY1-44" fmla="*/ 1093 h 3129913"/>
              <a:gd name="connsiteX2-45" fmla="*/ 3314252 w 3314252"/>
              <a:gd name="connsiteY2-46" fmla="*/ 1565503 h 3129913"/>
              <a:gd name="connsiteX3-47" fmla="*/ 1657126 w 3314252"/>
              <a:gd name="connsiteY3-48" fmla="*/ 3129913 h 3129913"/>
              <a:gd name="connsiteX4-49" fmla="*/ 0 w 3314252"/>
              <a:gd name="connsiteY4-50" fmla="*/ 1565503 h 3129913"/>
              <a:gd name="connsiteX0-51" fmla="*/ 0 w 3314252"/>
              <a:gd name="connsiteY0-52" fmla="*/ 1564410 h 3128820"/>
              <a:gd name="connsiteX1-53" fmla="*/ 1657126 w 3314252"/>
              <a:gd name="connsiteY1-54" fmla="*/ 0 h 3128820"/>
              <a:gd name="connsiteX2-55" fmla="*/ 3314252 w 3314252"/>
              <a:gd name="connsiteY2-56" fmla="*/ 1564410 h 3128820"/>
              <a:gd name="connsiteX3-57" fmla="*/ 1657126 w 3314252"/>
              <a:gd name="connsiteY3-58" fmla="*/ 3128820 h 3128820"/>
              <a:gd name="connsiteX4-59" fmla="*/ 0 w 3314252"/>
              <a:gd name="connsiteY4-60" fmla="*/ 1564410 h 3128820"/>
              <a:gd name="connsiteX0-61" fmla="*/ 0 w 3314252"/>
              <a:gd name="connsiteY0-62" fmla="*/ 1564433 h 3128843"/>
              <a:gd name="connsiteX1-63" fmla="*/ 1657126 w 3314252"/>
              <a:gd name="connsiteY1-64" fmla="*/ 23 h 3128843"/>
              <a:gd name="connsiteX2-65" fmla="*/ 3314252 w 3314252"/>
              <a:gd name="connsiteY2-66" fmla="*/ 1564433 h 3128843"/>
              <a:gd name="connsiteX3-67" fmla="*/ 1657126 w 3314252"/>
              <a:gd name="connsiteY3-68" fmla="*/ 3128843 h 3128843"/>
              <a:gd name="connsiteX4-69" fmla="*/ 0 w 3314252"/>
              <a:gd name="connsiteY4-70" fmla="*/ 1564433 h 3128843"/>
              <a:gd name="connsiteX0-71" fmla="*/ 0 w 3314252"/>
              <a:gd name="connsiteY0-72" fmla="*/ 1564433 h 3129053"/>
              <a:gd name="connsiteX1-73" fmla="*/ 1657126 w 3314252"/>
              <a:gd name="connsiteY1-74" fmla="*/ 23 h 3129053"/>
              <a:gd name="connsiteX2-75" fmla="*/ 3314252 w 3314252"/>
              <a:gd name="connsiteY2-76" fmla="*/ 1564433 h 3129053"/>
              <a:gd name="connsiteX3-77" fmla="*/ 1657126 w 3314252"/>
              <a:gd name="connsiteY3-78" fmla="*/ 3128843 h 3129053"/>
              <a:gd name="connsiteX4-79" fmla="*/ 0 w 3314252"/>
              <a:gd name="connsiteY4-80" fmla="*/ 1564433 h 3129053"/>
              <a:gd name="connsiteX0-81" fmla="*/ 0 w 3314252"/>
              <a:gd name="connsiteY0-82" fmla="*/ 1564433 h 3131880"/>
              <a:gd name="connsiteX1-83" fmla="*/ 1657126 w 3314252"/>
              <a:gd name="connsiteY1-84" fmla="*/ 23 h 3131880"/>
              <a:gd name="connsiteX2-85" fmla="*/ 3314252 w 3314252"/>
              <a:gd name="connsiteY2-86" fmla="*/ 1564433 h 3131880"/>
              <a:gd name="connsiteX3-87" fmla="*/ 1657126 w 3314252"/>
              <a:gd name="connsiteY3-88" fmla="*/ 3128843 h 3131880"/>
              <a:gd name="connsiteX4-89" fmla="*/ 0 w 3314252"/>
              <a:gd name="connsiteY4-90" fmla="*/ 1564433 h 3131880"/>
              <a:gd name="connsiteX0-91" fmla="*/ 0 w 3314252"/>
              <a:gd name="connsiteY0-92" fmla="*/ 1564433 h 3131423"/>
              <a:gd name="connsiteX1-93" fmla="*/ 1657126 w 3314252"/>
              <a:gd name="connsiteY1-94" fmla="*/ 23 h 3131423"/>
              <a:gd name="connsiteX2-95" fmla="*/ 3314252 w 3314252"/>
              <a:gd name="connsiteY2-96" fmla="*/ 1564433 h 3131423"/>
              <a:gd name="connsiteX3-97" fmla="*/ 1657126 w 3314252"/>
              <a:gd name="connsiteY3-98" fmla="*/ 3128843 h 3131423"/>
              <a:gd name="connsiteX4-99" fmla="*/ 0 w 3314252"/>
              <a:gd name="connsiteY4-100" fmla="*/ 1564433 h 31314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3" name="Text Placeholder 7"/>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endParaRPr lang="en-US" dirty="0"/>
          </a:p>
        </p:txBody>
      </p:sp>
      <p:sp>
        <p:nvSpPr>
          <p:cNvPr id="14" name="Text Placeholder 7"/>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endParaRPr lang="en-US" dirty="0"/>
          </a:p>
        </p:txBody>
      </p:sp>
      <p:pic>
        <p:nvPicPr>
          <p:cNvPr id="10" name="Graphic 9"/>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a:fillRect/>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7"/>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endParaRPr lang="en-US" dirty="0"/>
          </a:p>
        </p:txBody>
      </p:sp>
      <p:sp>
        <p:nvSpPr>
          <p:cNvPr id="9" name="Text Placeholder 7"/>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Text Placeholder 7"/>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endParaRPr lang="en-US" dirty="0"/>
          </a:p>
        </p:txBody>
      </p:sp>
      <p:sp>
        <p:nvSpPr>
          <p:cNvPr id="11" name="Text Placeholder 7"/>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2" name="Text Placeholder 7"/>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9461" name="think-cell Slide" r:id="rId3" imgW="12700" imgH="12700" progId="TCLayout.ActiveDocument.1">
                  <p:embed/>
                </p:oleObj>
              </mc:Choice>
              <mc:Fallback>
                <p:oleObj name="think-cell Slide" r:id="rId3" imgW="12700" imgH="12700" progId="TCLayout.ActiveDocument.1">
                  <p:embed/>
                  <p:pic>
                    <p:nvPicPr>
                      <p:cNvPr id="0"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ln>
        </p:spPr>
        <p:txBody>
          <a:bodyPr vert="horz" wrap="square" lIns="91440" tIns="45720" rIns="91440" bIns="45720" numCol="1" anchor="t" anchorCtr="0" compatLnSpc="1"/>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endParaRPr lang="en-US" dirty="0"/>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0485" name="think-cell Slide" r:id="rId3" imgW="12700" imgH="12700" progId="TCLayout.ActiveDocument.1">
                  <p:embed/>
                </p:oleObj>
              </mc:Choice>
              <mc:Fallback>
                <p:oleObj name="think-cell Slide" r:id="rId3" imgW="12700" imgH="12700" progId="TCLayout.ActiveDocument.1">
                  <p:embed/>
                  <p:pic>
                    <p:nvPicPr>
                      <p:cNvPr id="0"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endParaRPr lang="en-US" dirty="0"/>
          </a:p>
        </p:txBody>
      </p:sp>
      <p:sp>
        <p:nvSpPr>
          <p:cNvPr id="23" name="Text Placeholder 4"/>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endParaRPr lang="en-US" dirty="0"/>
          </a:p>
        </p:txBody>
      </p:sp>
      <p:sp>
        <p:nvSpPr>
          <p:cNvPr id="24" name="Text Placeholder 7"/>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endParaRPr lang="en-US" dirty="0"/>
          </a:p>
        </p:txBody>
      </p:sp>
      <p:sp>
        <p:nvSpPr>
          <p:cNvPr id="27" name="Text Placeholder 7"/>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endParaRPr lang="en-US" dirty="0"/>
          </a:p>
        </p:txBody>
      </p:sp>
      <p:sp>
        <p:nvSpPr>
          <p:cNvPr id="13" name="Oval 20"/>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1" fmla="*/ 0 w 3314252"/>
              <a:gd name="connsiteY0-2" fmla="*/ 1564410 h 3128820"/>
              <a:gd name="connsiteX1-3" fmla="*/ 1657126 w 3314252"/>
              <a:gd name="connsiteY1-4" fmla="*/ 0 h 3128820"/>
              <a:gd name="connsiteX2-5" fmla="*/ 3314252 w 3314252"/>
              <a:gd name="connsiteY2-6" fmla="*/ 1564410 h 3128820"/>
              <a:gd name="connsiteX3-7" fmla="*/ 1657126 w 3314252"/>
              <a:gd name="connsiteY3-8" fmla="*/ 3128820 h 3128820"/>
              <a:gd name="connsiteX4-9" fmla="*/ 0 w 3314252"/>
              <a:gd name="connsiteY4-10" fmla="*/ 1564410 h 3128820"/>
              <a:gd name="connsiteX0-11" fmla="*/ 0 w 3314252"/>
              <a:gd name="connsiteY0-12" fmla="*/ 1565821 h 3130231"/>
              <a:gd name="connsiteX1-13" fmla="*/ 1657126 w 3314252"/>
              <a:gd name="connsiteY1-14" fmla="*/ 1411 h 3130231"/>
              <a:gd name="connsiteX2-15" fmla="*/ 3314252 w 3314252"/>
              <a:gd name="connsiteY2-16" fmla="*/ 1565821 h 3130231"/>
              <a:gd name="connsiteX3-17" fmla="*/ 1657126 w 3314252"/>
              <a:gd name="connsiteY3-18" fmla="*/ 3130231 h 3130231"/>
              <a:gd name="connsiteX4-19" fmla="*/ 0 w 3314252"/>
              <a:gd name="connsiteY4-20" fmla="*/ 1565821 h 3130231"/>
              <a:gd name="connsiteX0-21" fmla="*/ 0 w 3314252"/>
              <a:gd name="connsiteY0-22" fmla="*/ 1567937 h 3132347"/>
              <a:gd name="connsiteX1-23" fmla="*/ 1657126 w 3314252"/>
              <a:gd name="connsiteY1-24" fmla="*/ 3527 h 3132347"/>
              <a:gd name="connsiteX2-25" fmla="*/ 3314252 w 3314252"/>
              <a:gd name="connsiteY2-26" fmla="*/ 1567937 h 3132347"/>
              <a:gd name="connsiteX3-27" fmla="*/ 1657126 w 3314252"/>
              <a:gd name="connsiteY3-28" fmla="*/ 3132347 h 3132347"/>
              <a:gd name="connsiteX4-29" fmla="*/ 0 w 3314252"/>
              <a:gd name="connsiteY4-30" fmla="*/ 1567937 h 3132347"/>
              <a:gd name="connsiteX0-31" fmla="*/ 0 w 3314252"/>
              <a:gd name="connsiteY0-32" fmla="*/ 1564505 h 3128915"/>
              <a:gd name="connsiteX1-33" fmla="*/ 1657126 w 3314252"/>
              <a:gd name="connsiteY1-34" fmla="*/ 95 h 3128915"/>
              <a:gd name="connsiteX2-35" fmla="*/ 3314252 w 3314252"/>
              <a:gd name="connsiteY2-36" fmla="*/ 1564505 h 3128915"/>
              <a:gd name="connsiteX3-37" fmla="*/ 1657126 w 3314252"/>
              <a:gd name="connsiteY3-38" fmla="*/ 3128915 h 3128915"/>
              <a:gd name="connsiteX4-39" fmla="*/ 0 w 3314252"/>
              <a:gd name="connsiteY4-40" fmla="*/ 1564505 h 3128915"/>
              <a:gd name="connsiteX0-41" fmla="*/ 0 w 3314252"/>
              <a:gd name="connsiteY0-42" fmla="*/ 1565503 h 3129913"/>
              <a:gd name="connsiteX1-43" fmla="*/ 1657126 w 3314252"/>
              <a:gd name="connsiteY1-44" fmla="*/ 1093 h 3129913"/>
              <a:gd name="connsiteX2-45" fmla="*/ 3314252 w 3314252"/>
              <a:gd name="connsiteY2-46" fmla="*/ 1565503 h 3129913"/>
              <a:gd name="connsiteX3-47" fmla="*/ 1657126 w 3314252"/>
              <a:gd name="connsiteY3-48" fmla="*/ 3129913 h 3129913"/>
              <a:gd name="connsiteX4-49" fmla="*/ 0 w 3314252"/>
              <a:gd name="connsiteY4-50" fmla="*/ 1565503 h 3129913"/>
              <a:gd name="connsiteX0-51" fmla="*/ 0 w 3314252"/>
              <a:gd name="connsiteY0-52" fmla="*/ 1564410 h 3128820"/>
              <a:gd name="connsiteX1-53" fmla="*/ 1657126 w 3314252"/>
              <a:gd name="connsiteY1-54" fmla="*/ 0 h 3128820"/>
              <a:gd name="connsiteX2-55" fmla="*/ 3314252 w 3314252"/>
              <a:gd name="connsiteY2-56" fmla="*/ 1564410 h 3128820"/>
              <a:gd name="connsiteX3-57" fmla="*/ 1657126 w 3314252"/>
              <a:gd name="connsiteY3-58" fmla="*/ 3128820 h 3128820"/>
              <a:gd name="connsiteX4-59" fmla="*/ 0 w 3314252"/>
              <a:gd name="connsiteY4-60" fmla="*/ 1564410 h 3128820"/>
              <a:gd name="connsiteX0-61" fmla="*/ 0 w 3314252"/>
              <a:gd name="connsiteY0-62" fmla="*/ 1564433 h 3128843"/>
              <a:gd name="connsiteX1-63" fmla="*/ 1657126 w 3314252"/>
              <a:gd name="connsiteY1-64" fmla="*/ 23 h 3128843"/>
              <a:gd name="connsiteX2-65" fmla="*/ 3314252 w 3314252"/>
              <a:gd name="connsiteY2-66" fmla="*/ 1564433 h 3128843"/>
              <a:gd name="connsiteX3-67" fmla="*/ 1657126 w 3314252"/>
              <a:gd name="connsiteY3-68" fmla="*/ 3128843 h 3128843"/>
              <a:gd name="connsiteX4-69" fmla="*/ 0 w 3314252"/>
              <a:gd name="connsiteY4-70" fmla="*/ 1564433 h 3128843"/>
              <a:gd name="connsiteX0-71" fmla="*/ 0 w 3314252"/>
              <a:gd name="connsiteY0-72" fmla="*/ 1564433 h 3129053"/>
              <a:gd name="connsiteX1-73" fmla="*/ 1657126 w 3314252"/>
              <a:gd name="connsiteY1-74" fmla="*/ 23 h 3129053"/>
              <a:gd name="connsiteX2-75" fmla="*/ 3314252 w 3314252"/>
              <a:gd name="connsiteY2-76" fmla="*/ 1564433 h 3129053"/>
              <a:gd name="connsiteX3-77" fmla="*/ 1657126 w 3314252"/>
              <a:gd name="connsiteY3-78" fmla="*/ 3128843 h 3129053"/>
              <a:gd name="connsiteX4-79" fmla="*/ 0 w 3314252"/>
              <a:gd name="connsiteY4-80" fmla="*/ 1564433 h 3129053"/>
              <a:gd name="connsiteX0-81" fmla="*/ 0 w 3314252"/>
              <a:gd name="connsiteY0-82" fmla="*/ 1564433 h 3131880"/>
              <a:gd name="connsiteX1-83" fmla="*/ 1657126 w 3314252"/>
              <a:gd name="connsiteY1-84" fmla="*/ 23 h 3131880"/>
              <a:gd name="connsiteX2-85" fmla="*/ 3314252 w 3314252"/>
              <a:gd name="connsiteY2-86" fmla="*/ 1564433 h 3131880"/>
              <a:gd name="connsiteX3-87" fmla="*/ 1657126 w 3314252"/>
              <a:gd name="connsiteY3-88" fmla="*/ 3128843 h 3131880"/>
              <a:gd name="connsiteX4-89" fmla="*/ 0 w 3314252"/>
              <a:gd name="connsiteY4-90" fmla="*/ 1564433 h 3131880"/>
              <a:gd name="connsiteX0-91" fmla="*/ 0 w 3314252"/>
              <a:gd name="connsiteY0-92" fmla="*/ 1564433 h 3131423"/>
              <a:gd name="connsiteX1-93" fmla="*/ 1657126 w 3314252"/>
              <a:gd name="connsiteY1-94" fmla="*/ 23 h 3131423"/>
              <a:gd name="connsiteX2-95" fmla="*/ 3314252 w 3314252"/>
              <a:gd name="connsiteY2-96" fmla="*/ 1564433 h 3131423"/>
              <a:gd name="connsiteX3-97" fmla="*/ 1657126 w 3314252"/>
              <a:gd name="connsiteY3-98" fmla="*/ 3128843 h 3131423"/>
              <a:gd name="connsiteX4-99" fmla="*/ 0 w 3314252"/>
              <a:gd name="connsiteY4-100" fmla="*/ 1564433 h 31314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5"/>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nvGrpSpPr>
          <p:cNvPr id="9" name="Group 8"/>
          <p:cNvGrpSpPr/>
          <p:nvPr userDrawn="1"/>
        </p:nvGrpSpPr>
        <p:grpSpPr>
          <a:xfrm>
            <a:off x="4979035" y="2404110"/>
            <a:ext cx="735013" cy="682321"/>
            <a:chOff x="5662614" y="3032124"/>
            <a:chExt cx="863600" cy="801689"/>
          </a:xfrm>
        </p:grpSpPr>
        <p:sp>
          <p:nvSpPr>
            <p:cNvPr id="10" name="Freeform 9"/>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2"/>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panose="020B0604020202020204"/>
              </a:rPr>
              <a:t>This message contains information that may be privileged or confidential and is the property of the Capgemini Group.</a:t>
            </a:r>
            <a:br>
              <a:rPr lang="en-US" sz="800" noProof="0" dirty="0">
                <a:solidFill>
                  <a:schemeClr val="bg1"/>
                </a:solidFill>
                <a:latin typeface="+mn-lt"/>
                <a:cs typeface="Arial" panose="020B0604020202020204"/>
              </a:rPr>
            </a:br>
            <a:r>
              <a:rPr lang="en-US" sz="800" noProof="0" dirty="0">
                <a:solidFill>
                  <a:schemeClr val="bg1"/>
                </a:solidFill>
                <a:latin typeface="Arial" panose="020B0604020202020204"/>
                <a:cs typeface="Arial" panose="020B0604020202020204"/>
              </a:rPr>
              <a:t>Copyright © 2019 Capgemini. All rights reserved.</a:t>
            </a:r>
            <a:endParaRPr lang="en-US" sz="800" noProof="0" dirty="0">
              <a:solidFill>
                <a:schemeClr val="bg1"/>
              </a:solidFill>
              <a:latin typeface="Arial" panose="020B0604020202020204"/>
              <a:cs typeface="Arial" panose="020B0604020202020204"/>
            </a:endParaRPr>
          </a:p>
          <a:p>
            <a:pPr marL="0" marR="0" indent="0" defTabSz="957580" rtl="0" eaLnBrk="1" fontAlgn="auto" latinLnBrk="0" hangingPunct="1">
              <a:lnSpc>
                <a:spcPct val="100000"/>
              </a:lnSpc>
              <a:spcBef>
                <a:spcPts val="0"/>
              </a:spcBef>
              <a:spcAft>
                <a:spcPts val="600"/>
              </a:spcAft>
              <a:buClrTx/>
              <a:buSzTx/>
              <a:buFontTx/>
              <a:buNone/>
              <a:defRPr/>
            </a:pPr>
            <a:r>
              <a:rPr lang="en-US" sz="800" noProof="0" dirty="0">
                <a:solidFill>
                  <a:schemeClr val="bg1"/>
                </a:solidFill>
                <a:latin typeface="Arial" panose="020B0604020202020204"/>
                <a:cs typeface="Arial" panose="020B0604020202020204"/>
              </a:rPr>
              <a:t>Rightshore</a:t>
            </a:r>
            <a:r>
              <a:rPr lang="en-US" sz="800" baseline="30000" noProof="0" dirty="0">
                <a:solidFill>
                  <a:schemeClr val="bg1"/>
                </a:solidFill>
                <a:latin typeface="Arial" panose="020B0604020202020204"/>
                <a:cs typeface="Arial" panose="020B0604020202020204"/>
              </a:rPr>
              <a:t>®</a:t>
            </a:r>
            <a:r>
              <a:rPr lang="en-US" sz="800" noProof="0" dirty="0">
                <a:solidFill>
                  <a:schemeClr val="bg1"/>
                </a:solidFill>
                <a:latin typeface="Arial" panose="020B0604020202020204"/>
                <a:cs typeface="Arial" panose="020B0604020202020204"/>
              </a:rPr>
              <a:t> is a trademark belonging to Capgemini.</a:t>
            </a:r>
            <a:endParaRPr lang="en-US" sz="800" noProof="0" dirty="0">
              <a:solidFill>
                <a:schemeClr val="bg1"/>
              </a:solidFill>
              <a:latin typeface="Arial" panose="020B0604020202020204"/>
              <a:cs typeface="Arial" panose="020B0604020202020204"/>
            </a:endParaRP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dirty="0">
                <a:cs typeface="Arial" panose="020B0604020202020204"/>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endParaRPr lang="en-US" sz="600" dirty="0">
              <a:cs typeface="Arial" panose="020B0604020202020204"/>
            </a:endParaRP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
        <p:nvSpPr>
          <p:cNvPr id="22" name="Rectangle 21"/>
          <p:cNvSpPr/>
          <p:nvPr userDrawn="1"/>
        </p:nvSpPr>
        <p:spPr>
          <a:xfrm>
            <a:off x="6536184"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dirty="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dirty="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dirty="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endParaRPr lang="en-US" sz="900" kern="1200" dirty="0">
              <a:solidFill>
                <a:schemeClr val="tx1"/>
              </a:solidFill>
              <a:effectLst/>
              <a:latin typeface="+mn-lt"/>
              <a:ea typeface="+mn-ea"/>
              <a:cs typeface="+mn-cs"/>
            </a:endParaRPr>
          </a:p>
        </p:txBody>
      </p:sp>
      <p:sp>
        <p:nvSpPr>
          <p:cNvPr id="28" name="Rectangle 27"/>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endParaRPr lang="en-US" sz="1400" dirty="0">
              <a:solidFill>
                <a:schemeClr val="accent1"/>
              </a:solidFill>
            </a:endParaRPr>
          </a:p>
        </p:txBody>
      </p:sp>
      <p:sp>
        <p:nvSpPr>
          <p:cNvPr id="30" name="Rectangle 29">
            <a:hlinkClick r:id="rId13"/>
          </p:cNvPr>
          <p:cNvSpPr/>
          <p:nvPr userDrawn="1"/>
        </p:nvSpPr>
        <p:spPr>
          <a:xfrm>
            <a:off x="6536184" y="43679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dirty="0">
                <a:solidFill>
                  <a:schemeClr val="tx1"/>
                </a:solidFill>
              </a:rPr>
              <a:t>Learn more about us at</a:t>
            </a:r>
            <a:br>
              <a:rPr lang="en-US" sz="900" dirty="0">
                <a:solidFill>
                  <a:schemeClr val="tx1"/>
                </a:solidFill>
              </a:rPr>
            </a:br>
            <a:r>
              <a:rPr lang="en-US" sz="1400" dirty="0">
                <a:solidFill>
                  <a:schemeClr val="accent2"/>
                </a:solidFill>
              </a:rPr>
              <a:t>www.capgemini.com </a:t>
            </a:r>
            <a:endParaRPr lang="en-US" sz="1400" dirty="0">
              <a:solidFill>
                <a:schemeClr val="accent2"/>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1509" name="think-cell Slide" r:id="rId3" imgW="12700" imgH="12700" progId="TCLayout.ActiveDocument.1">
                  <p:embed/>
                </p:oleObj>
              </mc:Choice>
              <mc:Fallback>
                <p:oleObj name="think-cell Slide" r:id="rId3" imgW="12700" imgH="12700" progId="TCLayout.ActiveDocument.1">
                  <p:embed/>
                  <p:pic>
                    <p:nvPicPr>
                      <p:cNvPr id="0"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ln>
        </p:spPr>
        <p:txBody>
          <a:bodyPr vert="horz" wrap="square" lIns="91440" tIns="45720" rIns="91440" bIns="45720" numCol="1" anchor="t" anchorCtr="0" compatLnSpc="1"/>
          <a:lstStyle/>
          <a:p>
            <a:endParaRPr lang="en-GB" dirty="0"/>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dirty="0"/>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ln>
          </p:spPr>
          <p:txBody>
            <a:bodyPr vert="horz" wrap="square" lIns="91440" tIns="45720" rIns="91440" bIns="45720" numCol="1" anchor="t" anchorCtr="0" compatLnSpc="1"/>
            <a:lstStyle/>
            <a:p>
              <a:endParaRPr lang="en-GB" dirty="0"/>
            </a:p>
          </p:txBody>
        </p:sp>
        <p:sp>
          <p:nvSpPr>
            <p:cNvPr id="18" name="Freeform 13"/>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ln>
          </p:spPr>
          <p:txBody>
            <a:bodyPr vert="horz" wrap="square" lIns="91440" tIns="45720" rIns="91440" bIns="45720" numCol="1" anchor="t" anchorCtr="0" compatLnSpc="1"/>
            <a:lstStyle/>
            <a:p>
              <a:endParaRPr lang="en-GB" dirty="0"/>
            </a:p>
          </p:txBody>
        </p:sp>
        <p:sp>
          <p:nvSpPr>
            <p:cNvPr id="19" name="Freeform 14"/>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ln>
          </p:spPr>
          <p:txBody>
            <a:bodyPr vert="horz" wrap="square" lIns="91440" tIns="45720" rIns="91440" bIns="45720" numCol="1" anchor="t" anchorCtr="0" compatLnSpc="1"/>
            <a:lstStyle/>
            <a:p>
              <a:endParaRPr lang="en-GB" dirty="0"/>
            </a:p>
          </p:txBody>
        </p:sp>
        <p:sp>
          <p:nvSpPr>
            <p:cNvPr id="20" name="Freeform 15"/>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dirty="0"/>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defRPr lang="en-US" sz="1600" dirty="0">
                <a:solidFill>
                  <a:schemeClr val="bg1"/>
                </a:solidFill>
              </a:defRPr>
            </a:lvl1pPr>
          </a:lstStyle>
          <a:p>
            <a:pPr marL="0" lvl="0"/>
            <a:r>
              <a:rPr lang="en-US"/>
              <a:t>Click to insert presenter, location, and date</a:t>
            </a:r>
            <a:endParaRPr lang="en-US"/>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a:spLocks noChangeArrowheads="1"/>
          </p:cNvSpPr>
          <p:nvPr userDrawn="1"/>
        </p:nvSpPr>
        <p:spPr bwMode="auto">
          <a:xfrm>
            <a:off x="626268" y="2469484"/>
            <a:ext cx="1392238"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Strengths</a:t>
            </a:r>
            <a:endParaRPr lang="nl-NL" altLang="nl-NL" sz="1200" b="1" dirty="0">
              <a:solidFill>
                <a:srgbClr val="0070AD"/>
              </a:solidFill>
            </a:endParaRPr>
          </a:p>
        </p:txBody>
      </p:sp>
      <p:sp>
        <p:nvSpPr>
          <p:cNvPr id="13" name="TextBox 12"/>
          <p:cNvSpPr txBox="1">
            <a:spLocks noChangeArrowheads="1"/>
          </p:cNvSpPr>
          <p:nvPr userDrawn="1"/>
        </p:nvSpPr>
        <p:spPr bwMode="auto">
          <a:xfrm>
            <a:off x="5157789" y="2538372"/>
            <a:ext cx="1876425" cy="27781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Achievement </a:t>
            </a:r>
            <a:endParaRPr lang="nl-NL" altLang="nl-NL" sz="1200" b="1" dirty="0">
              <a:solidFill>
                <a:srgbClr val="0070AD"/>
              </a:solidFill>
            </a:endParaRPr>
          </a:p>
        </p:txBody>
      </p:sp>
      <p:sp>
        <p:nvSpPr>
          <p:cNvPr id="14" name="TextBox 13"/>
          <p:cNvSpPr txBox="1">
            <a:spLocks noChangeArrowheads="1"/>
          </p:cNvSpPr>
          <p:nvPr userDrawn="1"/>
        </p:nvSpPr>
        <p:spPr bwMode="auto">
          <a:xfrm>
            <a:off x="9366250" y="320675"/>
            <a:ext cx="2779713"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endParaRPr lang="nl-NL" altLang="nl-NL" sz="1200" b="1">
              <a:solidFill>
                <a:srgbClr val="0070AD"/>
              </a:solidFill>
            </a:endParaRPr>
          </a:p>
        </p:txBody>
      </p:sp>
      <p:grpSp>
        <p:nvGrpSpPr>
          <p:cNvPr id="15" name="Group 2"/>
          <p:cNvGrpSpPr/>
          <p:nvPr userDrawn="1"/>
        </p:nvGrpSpPr>
        <p:grpSpPr bwMode="auto">
          <a:xfrm>
            <a:off x="2349500" y="1057275"/>
            <a:ext cx="1566863" cy="1108075"/>
            <a:chOff x="2384425" y="1239838"/>
            <a:chExt cx="1143000" cy="898525"/>
          </a:xfrm>
        </p:grpSpPr>
        <p:sp>
          <p:nvSpPr>
            <p:cNvPr id="17" name="TextBox 11"/>
            <p:cNvSpPr txBox="1">
              <a:spLocks noChangeArrowheads="1"/>
            </p:cNvSpPr>
            <p:nvPr/>
          </p:nvSpPr>
          <p:spPr bwMode="white">
            <a:xfrm>
              <a:off x="2385583" y="1429069"/>
              <a:ext cx="1141842" cy="42995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Base Location:</a:t>
              </a:r>
              <a:endParaRPr lang="nl-NL" altLang="nl-NL" sz="1100" b="1" dirty="0">
                <a:solidFill>
                  <a:schemeClr val="bg1"/>
                </a:solidFill>
              </a:endParaRPr>
            </a:p>
          </p:txBody>
        </p:sp>
        <p:sp>
          <p:nvSpPr>
            <p:cNvPr id="18" name="TextBox 12"/>
            <p:cNvSpPr txBox="1">
              <a:spLocks noChangeArrowheads="1"/>
            </p:cNvSpPr>
            <p:nvPr/>
          </p:nvSpPr>
          <p:spPr bwMode="white">
            <a:xfrm>
              <a:off x="2385583" y="1628598"/>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Email ID:</a:t>
              </a:r>
              <a:endParaRPr lang="nl-NL" altLang="nl-NL" sz="1100" b="1" dirty="0">
                <a:solidFill>
                  <a:schemeClr val="bg1"/>
                </a:solidFill>
              </a:endParaRPr>
            </a:p>
          </p:txBody>
        </p:sp>
        <p:sp>
          <p:nvSpPr>
            <p:cNvPr id="19" name="TextBox 13"/>
            <p:cNvSpPr txBox="1">
              <a:spLocks noChangeArrowheads="1"/>
            </p:cNvSpPr>
            <p:nvPr/>
          </p:nvSpPr>
          <p:spPr bwMode="white">
            <a:xfrm>
              <a:off x="2385583" y="1820404"/>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Mobile No:</a:t>
              </a:r>
              <a:endParaRPr lang="nl-NL" altLang="nl-NL" sz="1100" b="1" dirty="0">
                <a:solidFill>
                  <a:schemeClr val="bg1"/>
                </a:solidFill>
              </a:endParaRPr>
            </a:p>
          </p:txBody>
        </p:sp>
        <p:sp>
          <p:nvSpPr>
            <p:cNvPr id="20" name="Rectangle 19"/>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
        <p:nvSpPr>
          <p:cNvPr id="22" name="TextBox 13"/>
          <p:cNvSpPr txBox="1">
            <a:spLocks noChangeArrowheads="1"/>
          </p:cNvSpPr>
          <p:nvPr userDrawn="1"/>
        </p:nvSpPr>
        <p:spPr bwMode="white">
          <a:xfrm>
            <a:off x="2357438" y="1990725"/>
            <a:ext cx="1563687" cy="26035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Grade:</a:t>
            </a:r>
            <a:endParaRPr lang="nl-NL" altLang="nl-NL" sz="1100" b="1" dirty="0">
              <a:solidFill>
                <a:schemeClr val="bg1"/>
              </a:solidFill>
            </a:endParaRPr>
          </a:p>
        </p:txBody>
      </p:sp>
      <p:pic>
        <p:nvPicPr>
          <p:cNvPr id="24" name="Picture 8" descr="Strengths"/>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788" y="2133600"/>
            <a:ext cx="6111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740275" y="2362200"/>
            <a:ext cx="4460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699" y="2995865"/>
            <a:ext cx="4009644" cy="3621503"/>
          </a:xfrm>
        </p:spPr>
        <p:txBody>
          <a:bodyPr>
            <a:noAutofit/>
          </a:bodyPr>
          <a:lstStyle>
            <a:lvl1pPr>
              <a:lnSpc>
                <a:spcPct val="150000"/>
              </a:lnSpc>
              <a:defRPr sz="1000" i="0" u="none" baseline="0"/>
            </a:lvl1pPr>
            <a:lvl2pPr>
              <a:lnSpc>
                <a:spcPct val="114000"/>
              </a:lnSpc>
              <a:defRPr/>
            </a:lvl2pPr>
          </a:lstStyle>
          <a:p>
            <a:pPr lvl="0"/>
            <a:r>
              <a:rPr lang="en-US" dirty="0"/>
              <a:t>Click to edit Master text styles</a:t>
            </a:r>
            <a:endParaRPr lang="en-US" dirty="0"/>
          </a:p>
          <a:p>
            <a:pPr lvl="1"/>
            <a:r>
              <a:rPr lang="en-US" dirty="0"/>
              <a:t>Second level</a:t>
            </a:r>
            <a:endParaRPr lang="en-US" dirty="0"/>
          </a:p>
        </p:txBody>
      </p:sp>
      <p:sp>
        <p:nvSpPr>
          <p:cNvPr id="23" name="Text Placeholder 5"/>
          <p:cNvSpPr>
            <a:spLocks noGrp="1"/>
          </p:cNvSpPr>
          <p:nvPr>
            <p:ph type="body" sz="quarter" idx="41"/>
          </p:nvPr>
        </p:nvSpPr>
        <p:spPr bwMode="white">
          <a:xfrm>
            <a:off x="2468282" y="290679"/>
            <a:ext cx="6223654" cy="306703"/>
          </a:xfrm>
        </p:spPr>
        <p:txBody>
          <a:bodyPr>
            <a:noAutofit/>
          </a:bodyPr>
          <a:lstStyle>
            <a:lvl1pPr>
              <a:defRPr sz="2100" b="1" baseline="0">
                <a:solidFill>
                  <a:schemeClr val="bg1"/>
                </a:solidFill>
              </a:defRPr>
            </a:lvl1pPr>
          </a:lstStyle>
          <a:p>
            <a:pPr lvl="0"/>
            <a:r>
              <a:rPr lang="en-US" dirty="0"/>
              <a:t>Click to edit Master text styles</a:t>
            </a:r>
            <a:endParaRPr lang="en-US" dirty="0"/>
          </a:p>
        </p:txBody>
      </p:sp>
      <p:sp>
        <p:nvSpPr>
          <p:cNvPr id="25" name="Text Placeholder 5"/>
          <p:cNvSpPr>
            <a:spLocks noGrp="1"/>
          </p:cNvSpPr>
          <p:nvPr>
            <p:ph type="body" sz="quarter" idx="42"/>
          </p:nvPr>
        </p:nvSpPr>
        <p:spPr bwMode="white">
          <a:xfrm>
            <a:off x="2468279" y="665942"/>
            <a:ext cx="6056596" cy="321205"/>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defRPr sz="1400">
                <a:solidFill>
                  <a:schemeClr val="bg1"/>
                </a:solidFill>
              </a:defRPr>
            </a:lvl1pPr>
          </a:lstStyle>
          <a:p>
            <a:pPr lvl="0"/>
            <a:r>
              <a:rPr lang="en-US" dirty="0"/>
              <a:t>Click to edit Master text styles</a:t>
            </a:r>
            <a:endParaRPr lang="en-US" dirty="0"/>
          </a:p>
        </p:txBody>
      </p:sp>
      <p:sp>
        <p:nvSpPr>
          <p:cNvPr id="26" name="Text Placeholder 5"/>
          <p:cNvSpPr>
            <a:spLocks noGrp="1"/>
          </p:cNvSpPr>
          <p:nvPr>
            <p:ph type="body" sz="quarter" idx="43"/>
          </p:nvPr>
        </p:nvSpPr>
        <p:spPr bwMode="white">
          <a:xfrm>
            <a:off x="3696643" y="1280458"/>
            <a:ext cx="2373312" cy="295449"/>
          </a:xfrm>
        </p:spPr>
        <p:txBody>
          <a:bodyPr>
            <a:noAutofit/>
          </a:bodyPr>
          <a:lstStyle>
            <a:lvl1pPr>
              <a:defRPr sz="1100">
                <a:solidFill>
                  <a:schemeClr val="bg1"/>
                </a:solidFill>
              </a:defRPr>
            </a:lvl1pPr>
          </a:lstStyle>
          <a:p>
            <a:pPr lvl="0"/>
            <a:r>
              <a:rPr lang="en-US" dirty="0"/>
              <a:t>Click to edit Master text styles</a:t>
            </a:r>
            <a:endParaRPr lang="en-US" dirty="0"/>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dirty="0"/>
          </a:p>
        </p:txBody>
      </p:sp>
      <p:sp>
        <p:nvSpPr>
          <p:cNvPr id="46" name="Text Placeholder 5"/>
          <p:cNvSpPr>
            <a:spLocks noGrp="1"/>
          </p:cNvSpPr>
          <p:nvPr>
            <p:ph type="body" sz="quarter" idx="47"/>
          </p:nvPr>
        </p:nvSpPr>
        <p:spPr bwMode="white">
          <a:xfrm>
            <a:off x="3696026" y="1501534"/>
            <a:ext cx="2373312" cy="325397"/>
          </a:xfrm>
        </p:spPr>
        <p:txBody>
          <a:bodyPr>
            <a:noAutofit/>
          </a:bodyPr>
          <a:lstStyle>
            <a:lvl1pPr>
              <a:defRPr sz="1100">
                <a:solidFill>
                  <a:schemeClr val="bg1"/>
                </a:solidFill>
              </a:defRPr>
            </a:lvl1pPr>
          </a:lstStyle>
          <a:p>
            <a:pPr lvl="0"/>
            <a:r>
              <a:rPr lang="en-US" dirty="0"/>
              <a:t>Click to edit Master text styles</a:t>
            </a:r>
            <a:endParaRPr lang="en-US" dirty="0"/>
          </a:p>
        </p:txBody>
      </p:sp>
      <p:sp>
        <p:nvSpPr>
          <p:cNvPr id="47" name="Text Placeholder 5"/>
          <p:cNvSpPr>
            <a:spLocks noGrp="1"/>
          </p:cNvSpPr>
          <p:nvPr>
            <p:ph type="body" sz="quarter" idx="48"/>
          </p:nvPr>
        </p:nvSpPr>
        <p:spPr bwMode="white">
          <a:xfrm>
            <a:off x="3685536" y="1711595"/>
            <a:ext cx="2373312" cy="330250"/>
          </a:xfrm>
        </p:spPr>
        <p:txBody>
          <a:bodyPr>
            <a:noAutofit/>
          </a:bodyPr>
          <a:lstStyle>
            <a:lvl1pPr>
              <a:defRPr sz="1100">
                <a:solidFill>
                  <a:schemeClr val="bg1"/>
                </a:solidFill>
              </a:defRPr>
            </a:lvl1pPr>
          </a:lstStyle>
          <a:p>
            <a:pPr lvl="0"/>
            <a:r>
              <a:rPr lang="en-US" dirty="0"/>
              <a:t>Click to edit Master text styles</a:t>
            </a:r>
            <a:endParaRPr lang="en-US" dirty="0"/>
          </a:p>
        </p:txBody>
      </p:sp>
      <p:sp>
        <p:nvSpPr>
          <p:cNvPr id="34" name="Text Placeholder 5"/>
          <p:cNvSpPr>
            <a:spLocks noGrp="1"/>
          </p:cNvSpPr>
          <p:nvPr>
            <p:ph type="body" sz="quarter" idx="50"/>
          </p:nvPr>
        </p:nvSpPr>
        <p:spPr>
          <a:xfrm>
            <a:off x="383259" y="2995866"/>
            <a:ext cx="4056394" cy="3621502"/>
          </a:xfrm>
        </p:spPr>
        <p:txBody>
          <a:bodyPr>
            <a:noAutofit/>
          </a:bodyPr>
          <a:lstStyle>
            <a:lvl1pPr>
              <a:lnSpc>
                <a:spcPct val="114000"/>
              </a:lnSpc>
              <a:defRPr sz="1000" u="none" baseline="0"/>
            </a:lvl1pPr>
          </a:lstStyle>
          <a:p>
            <a:pPr lvl="0"/>
            <a:r>
              <a:rPr lang="en-US" dirty="0"/>
              <a:t>Click to edit Master text styles</a:t>
            </a:r>
            <a:endParaRPr lang="en-US" dirty="0"/>
          </a:p>
        </p:txBody>
      </p:sp>
      <p:sp>
        <p:nvSpPr>
          <p:cNvPr id="21" name="Text Placeholder 5"/>
          <p:cNvSpPr>
            <a:spLocks noGrp="1"/>
          </p:cNvSpPr>
          <p:nvPr>
            <p:ph type="body" sz="quarter" idx="51"/>
          </p:nvPr>
        </p:nvSpPr>
        <p:spPr bwMode="white">
          <a:xfrm>
            <a:off x="3690158" y="1891703"/>
            <a:ext cx="2373312" cy="330250"/>
          </a:xfrm>
        </p:spPr>
        <p:txBody>
          <a:bodyPr>
            <a:noAutofit/>
          </a:bodyPr>
          <a:lstStyle>
            <a:lvl1pPr>
              <a:defRPr sz="1100">
                <a:solidFill>
                  <a:schemeClr val="bg1"/>
                </a:solidFill>
              </a:defRPr>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6" Type="http://schemas.openxmlformats.org/officeDocument/2006/relationships/theme" Target="../theme/theme1.xml"/><Relationship Id="rId25" Type="http://schemas.openxmlformats.org/officeDocument/2006/relationships/vmlDrawing" Target="../drawings/vmlDrawing10.vml"/><Relationship Id="rId24" Type="http://schemas.openxmlformats.org/officeDocument/2006/relationships/tags" Target="../tags/tag29.xml"/><Relationship Id="rId23" Type="http://schemas.openxmlformats.org/officeDocument/2006/relationships/tags" Target="../tags/tag28.xml"/><Relationship Id="rId22" Type="http://schemas.openxmlformats.org/officeDocument/2006/relationships/tags" Target="../tags/tag27.xml"/><Relationship Id="rId21" Type="http://schemas.openxmlformats.org/officeDocument/2006/relationships/tags" Target="../tags/tag26.xml"/><Relationship Id="rId20" Type="http://schemas.openxmlformats.org/officeDocument/2006/relationships/tags" Target="../tags/tag25.xml"/><Relationship Id="rId2" Type="http://schemas.openxmlformats.org/officeDocument/2006/relationships/slideLayout" Target="../slideLayouts/slideLayout2.xml"/><Relationship Id="rId19" Type="http://schemas.openxmlformats.org/officeDocument/2006/relationships/image" Target="../media/image1.emf"/><Relationship Id="rId18" Type="http://schemas.openxmlformats.org/officeDocument/2006/relationships/oleObject" Target="../embeddings/oleObject10.bin"/><Relationship Id="rId17" Type="http://schemas.openxmlformats.org/officeDocument/2006/relationships/tags" Target="../tags/tag24.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5" Type="http://schemas.openxmlformats.org/officeDocument/2006/relationships/theme" Target="../theme/theme2.xml"/><Relationship Id="rId14" Type="http://schemas.openxmlformats.org/officeDocument/2006/relationships/vmlDrawing" Target="../drawings/vmlDrawing14.vml"/><Relationship Id="rId13" Type="http://schemas.openxmlformats.org/officeDocument/2006/relationships/image" Target="../media/image2.emf"/><Relationship Id="rId12" Type="http://schemas.openxmlformats.org/officeDocument/2006/relationships/oleObject" Target="../embeddings/oleObject14.bin"/><Relationship Id="rId11" Type="http://schemas.openxmlformats.org/officeDocument/2006/relationships/tags" Target="../tags/tag33.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7"/>
            </p:custDataLst>
          </p:nvPr>
        </p:nvGraphicFramePr>
        <p:xfrm>
          <a:off x="1" y="0"/>
          <a:ext cx="195385" cy="158750"/>
        </p:xfrm>
        <a:graphic>
          <a:graphicData uri="http://schemas.openxmlformats.org/presentationml/2006/ole">
            <mc:AlternateContent xmlns:mc="http://schemas.openxmlformats.org/markup-compatibility/2006">
              <mc:Choice xmlns:v="urn:schemas-microsoft-com:vml" Requires="v">
                <p:oleObj spid="_x0000_s3077" name="think-cell Slide" r:id="rId18" imgW="12700" imgH="12700" progId="">
                  <p:embed/>
                </p:oleObj>
              </mc:Choice>
              <mc:Fallback>
                <p:oleObj name="think-cell Slide" r:id="rId18" imgW="12700" imgH="12700" progId="">
                  <p:embed/>
                  <p:pic>
                    <p:nvPicPr>
                      <p:cNvPr id="0" name="Object 7" hidden="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8" y="4"/>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21"/>
            </p:custDataLst>
          </p:nvPr>
        </p:nvSpPr>
        <p:spPr>
          <a:xfrm>
            <a:off x="398028" y="1501977"/>
            <a:ext cx="11616154" cy="4636540"/>
          </a:xfrm>
          <a:prstGeom prst="rect">
            <a:avLst/>
          </a:prstGeom>
        </p:spPr>
        <p:txBody>
          <a:bodyPr vert="horz" lIns="108000" tIns="72000" rIns="72000" bIns="72000" rtlCol="0">
            <a:noAutofit/>
          </a:bodyPr>
          <a:lstStyle/>
          <a:p>
            <a:pPr lvl="0"/>
            <a:r>
              <a:rPr lang="en-US" noProof="0" dirty="0"/>
              <a:t>Click to edit Master text style</a:t>
            </a:r>
            <a:endParaRPr lang="en-US" noProof="0" dirty="0"/>
          </a:p>
          <a:p>
            <a:pPr lvl="1"/>
            <a:r>
              <a:rPr lang="en-US" noProof="0" dirty="0"/>
              <a:t>Text style level 2</a:t>
            </a:r>
            <a:endParaRPr lang="en-US" noProof="0" dirty="0"/>
          </a:p>
          <a:p>
            <a:pPr lvl="2"/>
            <a:r>
              <a:rPr lang="en-US" noProof="0" dirty="0"/>
              <a:t>Text style level 3</a:t>
            </a:r>
            <a:endParaRPr lang="en-US" noProof="0" dirty="0"/>
          </a:p>
          <a:p>
            <a:pPr lvl="3"/>
            <a:r>
              <a:rPr lang="en-US" noProof="0" dirty="0"/>
              <a:t>Text style level 4</a:t>
            </a:r>
            <a:endParaRPr lang="en-US" noProof="0" dirty="0"/>
          </a:p>
        </p:txBody>
      </p:sp>
      <p:sp>
        <p:nvSpPr>
          <p:cNvPr id="9" name="Freeform 4"/>
          <p:cNvSpPr/>
          <p:nvPr>
            <p:custDataLst>
              <p:tags r:id="rId22"/>
            </p:custDataLst>
          </p:nvPr>
        </p:nvSpPr>
        <p:spPr bwMode="auto">
          <a:xfrm>
            <a:off x="9" y="67640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ln>
          <a:effectLst>
            <a:outerShdw blurRad="50800" dist="25400" dir="5400000" algn="t" rotWithShape="0">
              <a:prstClr val="black">
                <a:alpha val="31000"/>
              </a:prstClr>
            </a:outerShdw>
          </a:effectLst>
        </p:spPr>
        <p:txBody>
          <a:bodyPr vert="horz" wrap="square" lIns="99563" tIns="49782" rIns="99563" bIns="49782" numCol="1" anchor="t" anchorCtr="0" compatLnSpc="1"/>
          <a:lstStyle/>
          <a:p>
            <a:endParaRPr lang="fr-FR" sz="1800"/>
          </a:p>
        </p:txBody>
      </p:sp>
      <p:cxnSp>
        <p:nvCxnSpPr>
          <p:cNvPr id="15" name="Straight Connector 5"/>
          <p:cNvCxnSpPr/>
          <p:nvPr>
            <p:custDataLst>
              <p:tags r:id="rId23"/>
            </p:custDataLst>
          </p:nvPr>
        </p:nvCxnSpPr>
        <p:spPr>
          <a:xfrm flipH="1">
            <a:off x="9"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p:cNvGrpSpPr/>
          <p:nvPr/>
        </p:nvGrpSpPr>
        <p:grpSpPr>
          <a:xfrm>
            <a:off x="11501102" y="171573"/>
            <a:ext cx="419436" cy="388988"/>
            <a:chOff x="11501102" y="171573"/>
            <a:chExt cx="419436" cy="388988"/>
          </a:xfrm>
        </p:grpSpPr>
        <p:sp>
          <p:nvSpPr>
            <p:cNvPr id="16"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17"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23" name="Rectangle 22"/>
          <p:cNvSpPr>
            <a:spLocks noChangeArrowheads="1"/>
          </p:cNvSpPr>
          <p:nvPr>
            <p:custDataLst>
              <p:tags r:id="rId24"/>
            </p:custDataLst>
          </p:nvPr>
        </p:nvSpPr>
        <p:spPr bwMode="auto">
          <a:xfrm>
            <a:off x="8297642" y="6623414"/>
            <a:ext cx="3274639" cy="183503"/>
          </a:xfrm>
          <a:prstGeom prst="rect">
            <a:avLst/>
          </a:prstGeom>
          <a:noFill/>
          <a:ln w="19050">
            <a:noFill/>
            <a:miter lim="800000"/>
          </a:ln>
          <a:effectLst/>
        </p:spPr>
        <p:txBody>
          <a:bodyPr wrap="square" lIns="35997" tIns="35997" rIns="35997" bIns="35997" anchor="b" anchorCtr="0">
            <a:noAutofit/>
          </a:bodyPr>
          <a:lstStyle/>
          <a:p>
            <a:pPr marL="0" marR="0" lvl="0" indent="0" algn="r" defTabSz="995680" rtl="0" eaLnBrk="0" fontAlgn="auto" latinLnBrk="0" hangingPunct="0">
              <a:lnSpc>
                <a:spcPct val="90000"/>
              </a:lnSpc>
              <a:spcBef>
                <a:spcPct val="10000"/>
              </a:spcBef>
              <a:spcAft>
                <a:spcPts val="0"/>
              </a:spcAft>
              <a:buClrTx/>
              <a:buSzTx/>
              <a:buFontTx/>
              <a:buNone/>
              <a:defRPr/>
            </a:pPr>
            <a:r>
              <a:rPr lang="en-US" altLang="en-US" sz="700" b="0" i="0" noProof="0" dirty="0">
                <a:solidFill>
                  <a:schemeClr val="tx2"/>
                </a:solidFill>
                <a:latin typeface="+mj-lt"/>
                <a:cs typeface="Helvetica Light"/>
              </a:rPr>
              <a:t>Copyright © Capgemini 2018. All Rights Reserved</a:t>
            </a:r>
            <a:endParaRPr lang="en-US" altLang="en-US" sz="700" b="0" i="0" noProof="0" dirty="0">
              <a:solidFill>
                <a:schemeClr val="tx2"/>
              </a:solidFill>
              <a:latin typeface="+mj-lt"/>
              <a:cs typeface="Helvetica Light"/>
            </a:endParaRPr>
          </a:p>
        </p:txBody>
      </p:sp>
      <p:grpSp>
        <p:nvGrpSpPr>
          <p:cNvPr id="13" name="Groupe 1"/>
          <p:cNvGrpSpPr/>
          <p:nvPr userDrawn="1"/>
        </p:nvGrpSpPr>
        <p:grpSpPr>
          <a:xfrm>
            <a:off x="11501102" y="171573"/>
            <a:ext cx="419436" cy="388988"/>
            <a:chOff x="11501102" y="171573"/>
            <a:chExt cx="419436" cy="388988"/>
          </a:xfrm>
        </p:grpSpPr>
        <p:sp>
          <p:nvSpPr>
            <p:cNvPr id="18"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19"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20" name="Retângulo 43"/>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fld>
            <a:endParaRPr lang="en-US" sz="800" dirty="0">
              <a:solidFill>
                <a:schemeClr val="bg1">
                  <a:lumMod val="65000"/>
                </a:schemeClr>
              </a:solidFill>
              <a:cs typeface="Arial" panose="020B0604020202020204" pitchFamily="34" charset="0"/>
            </a:endParaRPr>
          </a:p>
        </p:txBody>
      </p:sp>
      <p:sp>
        <p:nvSpPr>
          <p:cNvPr id="24" name="Text Placeholder 7"/>
          <p:cNvSpPr txBox="1"/>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err="1">
                <a:solidFill>
                  <a:schemeClr val="bg1">
                    <a:lumMod val="65000"/>
                  </a:schemeClr>
                </a:solidFill>
              </a:rPr>
              <a:t>PresentationTitle</a:t>
            </a:r>
            <a:r>
              <a:rPr lang="en-US" dirty="0">
                <a:solidFill>
                  <a:schemeClr val="bg1">
                    <a:lumMod val="65000"/>
                  </a:schemeClr>
                </a:solidFill>
              </a:rPr>
              <a:t> | Author | Date</a:t>
            </a:r>
            <a:endParaRPr lang="en-US" dirty="0">
              <a:solidFill>
                <a:schemeClr val="bg1">
                  <a:lumMod val="65000"/>
                </a:schemeClr>
              </a:solidFill>
            </a:endParaRPr>
          </a:p>
        </p:txBody>
      </p:sp>
      <p:grpSp>
        <p:nvGrpSpPr>
          <p:cNvPr id="25" name="Groupe 2"/>
          <p:cNvGrpSpPr/>
          <p:nvPr userDrawn="1"/>
        </p:nvGrpSpPr>
        <p:grpSpPr>
          <a:xfrm>
            <a:off x="12355040" y="33161"/>
            <a:ext cx="360000" cy="1800000"/>
            <a:chOff x="12355040" y="33161"/>
            <a:chExt cx="360000" cy="1800000"/>
          </a:xfrm>
        </p:grpSpPr>
        <p:sp>
          <p:nvSpPr>
            <p:cNvPr id="26" name="Rectangle 25"/>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31" name="Groupe 4"/>
          <p:cNvGrpSpPr/>
          <p:nvPr userDrawn="1"/>
        </p:nvGrpSpPr>
        <p:grpSpPr>
          <a:xfrm>
            <a:off x="12355040" y="1954479"/>
            <a:ext cx="360000" cy="4875772"/>
            <a:chOff x="12355040" y="1954479"/>
            <a:chExt cx="360000" cy="4875772"/>
          </a:xfrm>
        </p:grpSpPr>
        <p:sp>
          <p:nvSpPr>
            <p:cNvPr id="32" name="Rectangle 31"/>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9055" algn="ctr">
                <a:spcAft>
                  <a:spcPts val="300"/>
                </a:spcAft>
              </a:pPr>
              <a:endParaRPr lang="en-GB" sz="900" dirty="0"/>
            </a:p>
          </p:txBody>
        </p:sp>
        <p:sp>
          <p:nvSpPr>
            <p:cNvPr id="33" name="Rectangle 32"/>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9055" algn="ctr">
                <a:spcAft>
                  <a:spcPts val="300"/>
                </a:spcAft>
              </a:pPr>
              <a:endParaRPr lang="en-GB" sz="900" dirty="0"/>
            </a:p>
          </p:txBody>
        </p:sp>
        <p:sp>
          <p:nvSpPr>
            <p:cNvPr id="34" name="Rectangle 33"/>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5" name="Rectangle 34"/>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6" name="Rectangle 35"/>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7" name="Rectangle 36"/>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8" name="Rectangle 37"/>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9" name="Rectangle 38"/>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0" name="Rectangle 39"/>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1" name="Rectangle 40"/>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2" name="Rectangle 41"/>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3" name="Rectangle 42"/>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4" name="Rectangle 43"/>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5" name="Rectangle 44"/>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370" indent="-166370" algn="l" defTabSz="914400" rtl="0" eaLnBrk="1" latinLnBrk="0" hangingPunct="1">
        <a:lnSpc>
          <a:spcPct val="90000"/>
        </a:lnSpc>
        <a:spcBef>
          <a:spcPts val="0"/>
        </a:spcBef>
        <a:spcAft>
          <a:spcPts val="600"/>
        </a:spcAft>
        <a:buClr>
          <a:schemeClr val="accent5"/>
        </a:buClr>
        <a:buFont typeface="Wingdings" panose="05000000000000000000" pitchFamily="2" charset="2"/>
        <a:buChar char="§"/>
        <a:defRPr sz="2200" b="0" kern="1200">
          <a:solidFill>
            <a:schemeClr val="tx2">
              <a:lumMod val="50000"/>
            </a:schemeClr>
          </a:solidFill>
          <a:latin typeface="+mn-lt"/>
          <a:ea typeface="+mn-ea"/>
          <a:cs typeface="+mn-cs"/>
        </a:defRPr>
      </a:lvl1pPr>
      <a:lvl2pPr marL="355600" indent="-180975" algn="l" defTabSz="914400" rtl="0" eaLnBrk="1" latinLnBrk="0" hangingPunct="1">
        <a:lnSpc>
          <a:spcPct val="90000"/>
        </a:lnSpc>
        <a:spcBef>
          <a:spcPts val="0"/>
        </a:spcBef>
        <a:spcAft>
          <a:spcPts val="600"/>
        </a:spcAft>
        <a:buClr>
          <a:schemeClr val="accent3"/>
        </a:buClr>
        <a:buFont typeface="Wingdings" panose="05000000000000000000" pitchFamily="2" charset="2"/>
        <a:buChar char="§"/>
        <a:defRPr sz="1800" kern="1200">
          <a:solidFill>
            <a:schemeClr val="tx2">
              <a:lumMod val="50000"/>
            </a:schemeClr>
          </a:solidFill>
          <a:latin typeface="+mn-lt"/>
          <a:ea typeface="+mn-ea"/>
          <a:cs typeface="+mn-cs"/>
        </a:defRPr>
      </a:lvl2pPr>
      <a:lvl3pPr marL="536575" indent="-165100" algn="l" defTabSz="914400" rtl="0" eaLnBrk="1" latinLnBrk="0" hangingPunct="1">
        <a:lnSpc>
          <a:spcPct val="90000"/>
        </a:lnSpc>
        <a:spcBef>
          <a:spcPts val="0"/>
        </a:spcBef>
        <a:spcAft>
          <a:spcPts val="600"/>
        </a:spcAft>
        <a:buClr>
          <a:schemeClr val="accent2"/>
        </a:buClr>
        <a:buFont typeface="Arial" panose="020B0604020202020204" pitchFamily="34" charset="0"/>
        <a:buChar char="•"/>
        <a:defRPr sz="1600" kern="1200">
          <a:solidFill>
            <a:schemeClr val="tx2">
              <a:lumMod val="50000"/>
            </a:schemeClr>
          </a:solidFill>
          <a:latin typeface="+mn-lt"/>
          <a:ea typeface="+mn-ea"/>
          <a:cs typeface="+mn-cs"/>
        </a:defRPr>
      </a:lvl3pPr>
      <a:lvl4pPr marL="711200" indent="-165100" algn="l" defTabSz="914400" rtl="0" eaLnBrk="1" latinLnBrk="0" hangingPunct="1">
        <a:lnSpc>
          <a:spcPct val="90000"/>
        </a:lnSpc>
        <a:spcBef>
          <a:spcPts val="0"/>
        </a:spcBef>
        <a:spcAft>
          <a:spcPts val="600"/>
        </a:spcAft>
        <a:buClr>
          <a:schemeClr val="bg2"/>
        </a:buClr>
        <a:buFont typeface="Arial" panose="020B0604020202020204" pitchFamily="34" charset="0"/>
        <a:buChar char="–"/>
        <a:defRPr sz="1400" kern="1200">
          <a:solidFill>
            <a:schemeClr val="tx2">
              <a:lumMod val="50000"/>
            </a:schemeClr>
          </a:solidFill>
          <a:latin typeface="+mn-lt"/>
          <a:ea typeface="+mn-ea"/>
          <a:cs typeface="+mn-cs"/>
        </a:defRPr>
      </a:lvl4pPr>
      <a:lvl5pPr marL="1609725" indent="-193675" algn="l" defTabSz="914400" rtl="0" eaLnBrk="1" latinLnBrk="0" hangingPunct="1">
        <a:spcBef>
          <a:spcPts val="0"/>
        </a:spcBef>
        <a:buClr>
          <a:srgbClr val="B1B1B1"/>
        </a:buClr>
        <a:buFont typeface="Arial" panose="020B0604020202020204" pitchFamily="34" charset="0"/>
        <a:buChar char="–"/>
        <a:defRPr sz="1700" kern="1200">
          <a:solidFill>
            <a:srgbClr val="494949"/>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8437" name="think-cell Slide" r:id="rId12" imgW="12700" imgH="12700" progId="TCLayout.ActiveDocument.1">
                  <p:embed/>
                </p:oleObj>
              </mc:Choice>
              <mc:Fallback>
                <p:oleObj name="think-cell Slide" r:id="rId12" imgW="12700" imgH="12700" progId="TCLayout.ActiveDocument.1">
                  <p:embed/>
                  <p:pic>
                    <p:nvPicPr>
                      <p:cNvPr id="0" name="Object 20" hidden="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a:p>
          </p:txBody>
        </p:sp>
        <p:sp>
          <p:nvSpPr>
            <p:cNvPr id="4110"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a:p>
          </p:txBody>
        </p:sp>
      </p:grpSp>
      <p:sp>
        <p:nvSpPr>
          <p:cNvPr id="7" name="Retângulo 43"/>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fld>
            <a:endParaRPr lang="en-US" sz="800" dirty="0">
              <a:solidFill>
                <a:schemeClr val="bg1">
                  <a:lumMod val="65000"/>
                </a:schemeClr>
              </a:solidFill>
              <a:cs typeface="Arial" panose="020B0604020202020204" pitchFamily="34" charset="0"/>
            </a:endParaRPr>
          </a:p>
        </p:txBody>
      </p:sp>
      <p:sp>
        <p:nvSpPr>
          <p:cNvPr id="6" name="Text Placeholder 7"/>
          <p:cNvSpPr txBox="1"/>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en-US" dirty="0">
                <a:solidFill>
                  <a:schemeClr val="bg1">
                    <a:lumMod val="65000"/>
                  </a:schemeClr>
                </a:solidFill>
              </a:rPr>
              <a:t>© Capgemini 2017. All rights reserved  </a:t>
            </a:r>
            <a:r>
              <a:rPr lang="en-US" dirty="0">
                <a:solidFill>
                  <a:schemeClr val="accent2"/>
                </a:solidFill>
              </a:rPr>
              <a:t>|</a:t>
            </a:r>
            <a:endParaRPr lang="en-US" dirty="0">
              <a:solidFill>
                <a:schemeClr val="accent2"/>
              </a:solidFill>
            </a:endParaRPr>
          </a:p>
        </p:txBody>
      </p:sp>
      <p:sp>
        <p:nvSpPr>
          <p:cNvPr id="8" name="Text Placeholder 7"/>
          <p:cNvSpPr txBox="1"/>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a:solidFill>
                  <a:schemeClr val="bg1">
                    <a:lumMod val="65000"/>
                  </a:schemeClr>
                </a:solidFill>
              </a:rPr>
              <a:t>Presentation Title | Author | Date</a:t>
            </a:r>
            <a:endParaRPr lang="en-US" dirty="0">
              <a:solidFill>
                <a:schemeClr val="bg1">
                  <a:lumMod val="65000"/>
                </a:schemeClr>
              </a:solidFill>
            </a:endParaRP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endParaRPr lang="fr-FR" dirty="0"/>
          </a:p>
          <a:p>
            <a:pPr lvl="1"/>
            <a:r>
              <a:rPr lang="fr-FR" dirty="0"/>
              <a:t>Deuxième niveau</a:t>
            </a:r>
            <a:endParaRPr lang="fr-FR" dirty="0"/>
          </a:p>
          <a:p>
            <a:pPr lvl="2"/>
            <a:r>
              <a:rPr lang="fr-FR" dirty="0"/>
              <a:t>Troisième niveau</a:t>
            </a:r>
            <a:endParaRPr lang="fr-FR" dirty="0"/>
          </a:p>
          <a:p>
            <a:pPr lvl="3"/>
            <a:r>
              <a:rPr lang="fr-FR" dirty="0"/>
              <a:t>Quatrième niveau</a:t>
            </a:r>
            <a:endParaRPr lang="fr-FR" dirty="0"/>
          </a:p>
          <a:p>
            <a:pPr lvl="4"/>
            <a:r>
              <a:rPr lang="fr-FR" dirty="0"/>
              <a:t>Cinquième niveau</a:t>
            </a:r>
            <a:endParaRPr lang="en-US" dirty="0"/>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defRPr/>
            </a:pPr>
            <a:r>
              <a:rPr lang="fr-FR" dirty="0"/>
              <a:t>Click to insert </a:t>
            </a:r>
            <a:r>
              <a:rPr lang="fr-FR" dirty="0" err="1"/>
              <a:t>title</a:t>
            </a:r>
            <a:endParaRPr lang="en-US" dirty="0"/>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Lst>
  <p:txStyles>
    <p:titleStyle>
      <a:lvl1pPr marL="0" marR="0" indent="0" algn="l" defTabSz="914400" rtl="0" eaLnBrk="1" fontAlgn="auto" latinLnBrk="0" hangingPunct="1">
        <a:lnSpc>
          <a:spcPct val="90000"/>
        </a:lnSpc>
        <a:spcBef>
          <a:spcPct val="0"/>
        </a:spcBef>
        <a:spcAft>
          <a:spcPts val="0"/>
        </a:spcAft>
        <a:buClrTx/>
        <a:buSzTx/>
        <a:buFontTx/>
        <a:buNone/>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26.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hyperlink" Target="https://drive.google.com/file/d/1Kok2SSwRgqioPFCIosVPynC41Vabv253/view?usp=sharing" TargetMode="External"/><Relationship Id="rId2" Type="http://schemas.openxmlformats.org/officeDocument/2006/relationships/image" Target="../media/image13.png"/><Relationship Id="rId1" Type="http://schemas.openxmlformats.org/officeDocument/2006/relationships/hyperlink" Target="https://github.com/vamsigutha/EshoppingZone-Spring-boo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p:cNvGraphicFramePr>
            <a:graphicFrameLocks noGrp="1"/>
          </p:cNvGraphicFramePr>
          <p:nvPr/>
        </p:nvGraphicFramePr>
        <p:xfrm>
          <a:off x="9229514" y="1143001"/>
          <a:ext cx="3038686" cy="5501005"/>
        </p:xfrm>
        <a:graphic>
          <a:graphicData uri="http://schemas.openxmlformats.org/drawingml/2006/table">
            <a:tbl>
              <a:tblPr firstRow="1" bandRow="1">
                <a:tableStyleId>{0E3FDE45-AF77-4B5C-9715-49D594BDF05E}</a:tableStyleId>
              </a:tblPr>
              <a:tblGrid>
                <a:gridCol w="752475"/>
                <a:gridCol w="2286211"/>
              </a:tblGrid>
              <a:tr h="444183">
                <a:tc>
                  <a:txBody>
                    <a:bodyPr/>
                    <a:lstStyle/>
                    <a:p>
                      <a:r>
                        <a:rPr kumimoji="0" lang="en-US" altLang="en-US" sz="800" b="0" u="none" strike="noStrike" kern="1200" cap="none" spc="0" normalizeH="0" baseline="0" noProof="0" dirty="0">
                          <a:ln>
                            <a:noFill/>
                          </a:ln>
                          <a:effectLst/>
                          <a:uLnTx/>
                          <a:uFillTx/>
                        </a:rPr>
                        <a:t>Java 8 /J2EE</a:t>
                      </a:r>
                      <a:r>
                        <a:rPr kumimoji="0" lang="en-US" sz="800" b="0" u="none" strike="noStrike" kern="1200" cap="none" spc="0" normalizeH="0" baseline="0" dirty="0">
                          <a:ln>
                            <a:noFill/>
                          </a:ln>
                          <a:effectLst/>
                          <a:uLnTx/>
                          <a:uFillTx/>
                        </a:rPr>
                        <a:t> </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700" b="0" u="none" strike="noStrike" kern="1200" cap="none" spc="0" normalizeH="0" baseline="0" noProof="0" dirty="0">
                          <a:ln>
                            <a:noFill/>
                          </a:ln>
                          <a:effectLst/>
                          <a:uLnTx/>
                          <a:uFillTx/>
                        </a:rPr>
                        <a:t>Java Basics, OOPS, Generics, Collections, Arrays, Loops, Lambda Exp, Stream API</a:t>
                      </a:r>
                      <a:endParaRPr kumimoji="0" lang="en-US" sz="700" b="0" u="none" strike="noStrike" kern="1200" cap="none" spc="0" normalizeH="0" baseline="0" noProof="0" dirty="0">
                        <a:ln>
                          <a:noFill/>
                        </a:ln>
                        <a:effectLst/>
                        <a:uLnTx/>
                        <a:uFillTx/>
                      </a:endParaRPr>
                    </a:p>
                    <a:p>
                      <a:r>
                        <a:rPr kumimoji="0" lang="en-US" sz="700" b="0" u="none" strike="noStrike" kern="1200" cap="none" spc="0" normalizeH="0" baseline="0" dirty="0">
                          <a:ln>
                            <a:noFill/>
                          </a:ln>
                          <a:effectLst/>
                          <a:uLnTx/>
                          <a:uFillTx/>
                        </a:rPr>
                        <a:t>Junit, Mockito, Servlets</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r>
              <a:tr h="325734">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800" u="none" strike="noStrike" kern="1200" cap="none" spc="0" normalizeH="0" baseline="0" noProof="0" dirty="0">
                          <a:ln>
                            <a:noFill/>
                          </a:ln>
                          <a:effectLst/>
                          <a:uLnTx/>
                          <a:uFillTx/>
                        </a:rPr>
                        <a:t>Spring core</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700" u="none" strike="noStrike" kern="1200" cap="none" spc="0" normalizeH="0" baseline="0" dirty="0">
                          <a:ln>
                            <a:noFill/>
                          </a:ln>
                          <a:effectLst/>
                          <a:uLnTx/>
                          <a:uFillTx/>
                        </a:rPr>
                        <a:t>IOC &amp; Dependency Injection, </a:t>
                      </a:r>
                      <a:r>
                        <a:rPr kumimoji="0" lang="en-US" sz="700" u="none" strike="noStrike" kern="1200" cap="none" spc="0" normalizeH="0" baseline="0" dirty="0" err="1">
                          <a:ln>
                            <a:noFill/>
                          </a:ln>
                          <a:effectLst/>
                          <a:uLnTx/>
                          <a:uFillTx/>
                        </a:rPr>
                        <a:t>Autowire</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r>
              <a:tr h="56263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800" u="none" strike="noStrike" kern="1200" cap="none" spc="0" normalizeH="0" baseline="0" noProof="0" dirty="0">
                          <a:ln>
                            <a:noFill/>
                          </a:ln>
                          <a:effectLst/>
                          <a:uLnTx/>
                          <a:uFillTx/>
                        </a:rPr>
                        <a:t>Spring REST</a:t>
                      </a:r>
                      <a:endParaRPr kumimoji="0" lang="en-US" altLang="en-US" sz="800" u="none" strike="noStrike" kern="1200" cap="none" spc="0" normalizeH="0" baseline="0" noProof="0" dirty="0">
                        <a:ln>
                          <a:noFill/>
                        </a:ln>
                        <a:effectLst/>
                        <a:uLnTx/>
                        <a:uFillTx/>
                      </a:endParaRPr>
                    </a:p>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700" dirty="0"/>
                        <a:t>REST controllers, Implementation of GET, POST, PUT &amp; DELETE, Bean Validation &amp; Exception Handling, Testing Services, Controller &amp; Repository layer</a:t>
                      </a:r>
                      <a:endParaRPr lang="en-US" sz="700" dirty="0">
                        <a:solidFill>
                          <a:schemeClr val="tx1"/>
                        </a:solidFill>
                      </a:endParaRPr>
                    </a:p>
                  </a:txBody>
                  <a:tcPr/>
                </a:tc>
              </a:tr>
              <a:tr h="444183">
                <a:tc>
                  <a:txBody>
                    <a:bodyPr/>
                    <a:lstStyle/>
                    <a:p>
                      <a:r>
                        <a:rPr kumimoji="0" lang="en-US" sz="800" u="none" strike="noStrike" kern="1200" cap="none" spc="0" normalizeH="0" baseline="0" dirty="0">
                          <a:ln>
                            <a:noFill/>
                          </a:ln>
                          <a:effectLst/>
                          <a:uLnTx/>
                          <a:uFillTx/>
                        </a:rPr>
                        <a:t>Spring Data JPA</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700" dirty="0"/>
                        <a:t>Implement DAO layer using spring Data repositories.</a:t>
                      </a:r>
                      <a:endParaRPr lang="en-US" sz="700" dirty="0">
                        <a:solidFill>
                          <a:schemeClr val="tx1"/>
                        </a:solidFill>
                      </a:endParaRPr>
                    </a:p>
                  </a:txBody>
                  <a:tcPr/>
                </a:tc>
              </a:tr>
              <a:tr h="562631">
                <a:tc>
                  <a:txBody>
                    <a:bodyPr/>
                    <a:lstStyle/>
                    <a:p>
                      <a:r>
                        <a:rPr kumimoji="0" lang="en-US" sz="800" u="none" strike="noStrike" kern="1200" cap="none" spc="0" normalizeH="0" baseline="0" dirty="0">
                          <a:ln>
                            <a:noFill/>
                          </a:ln>
                          <a:effectLst/>
                          <a:uLnTx/>
                          <a:uFillTx/>
                        </a:rPr>
                        <a:t>Spring Boot Microservices</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700" u="none" strike="noStrike" kern="1200" cap="none" spc="0" normalizeH="0" baseline="0" dirty="0">
                          <a:ln>
                            <a:noFill/>
                          </a:ln>
                          <a:effectLst/>
                          <a:uLnTx/>
                          <a:uFillTx/>
                        </a:rPr>
                        <a:t>Spring Boot Starters, annotations, Messaging Service, Sync/Async comms, Swagger API documents.</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r>
              <a:tr h="444500">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Spring Cloud</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Eureka, Netflix , Feign Client, Netflix Hystrix, Netflix Zuul &amp; Config Server.</a:t>
                      </a:r>
                      <a:endParaRPr kumimoji="0" lang="en-US" sz="700" u="none" strike="noStrike" kern="1200" cap="none" spc="0" normalizeH="0" baseline="0" dirty="0">
                        <a:ln>
                          <a:noFill/>
                        </a:ln>
                        <a:solidFill>
                          <a:schemeClr val="tx1"/>
                        </a:solidFill>
                        <a:effectLst/>
                        <a:uLnTx/>
                        <a:uFillTx/>
                        <a:latin typeface="+mn-lt"/>
                        <a:ea typeface="+mn-ea"/>
                        <a:cs typeface="+mn-cs"/>
                      </a:endParaRPr>
                    </a:p>
                    <a:p>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r>
              <a:tr h="327439">
                <a:tc>
                  <a:txBody>
                    <a:bodyPr/>
                    <a:lstStyle/>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lvl="1" indent="0" algn="l" defTabSz="914400" rtl="0" eaLnBrk="1" latinLnBrk="0" hangingPunct="1">
                        <a:buFont typeface="Arial" panose="020B0604020202020204" pitchFamily="34" charset="0"/>
                        <a:buNone/>
                      </a:pP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r>
              <a:tr h="444183">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Angular</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Components, Services, Modules, Routing, Forms &amp; Validation, Testing using Jasmine &amp; Karma.</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r>
              <a:tr h="325734">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Database</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MongoDB No </a:t>
                      </a:r>
                      <a:r>
                        <a:rPr kumimoji="0" lang="en-US" sz="700" b="0" i="0" u="none" strike="noStrike" kern="1200" cap="none" spc="0" normalizeH="0" baseline="0" dirty="0" err="1">
                          <a:ln>
                            <a:noFill/>
                          </a:ln>
                          <a:solidFill>
                            <a:prstClr val="black"/>
                          </a:solidFill>
                          <a:effectLst/>
                          <a:uLnTx/>
                          <a:uFillTx/>
                          <a:latin typeface="Verdana" panose="020B0604030504040204" pitchFamily="34" charset="0"/>
                          <a:ea typeface="+mn-ea"/>
                          <a:cs typeface="+mn-cs"/>
                        </a:rPr>
                        <a:t>Sql</a:t>
                      </a:r>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 Basics , My SQL</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p>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r>
              <a:tr h="444183">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UI Tech</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HTML 5 &amp; CSS 3,JavaScript, ES6 &amp; TypeScript Optimized UI Designed</a:t>
                      </a:r>
                      <a:endParaRPr kumimoji="0" lang="en-US" sz="700" u="none" strike="noStrike" kern="1200" cap="none" spc="0" normalizeH="0" baseline="0" dirty="0">
                        <a:ln>
                          <a:noFill/>
                        </a:ln>
                        <a:solidFill>
                          <a:schemeClr val="tx1"/>
                        </a:solidFill>
                        <a:effectLst/>
                        <a:uLnTx/>
                        <a:uFillTx/>
                        <a:latin typeface="+mn-lt"/>
                        <a:ea typeface="+mn-ea"/>
                        <a:cs typeface="+mn-cs"/>
                      </a:endParaRPr>
                    </a:p>
                  </a:txBody>
                  <a:tcPr/>
                </a:tc>
              </a:tr>
              <a:tr h="260251">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Tools</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Git, Postman, Maven, IDE</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r>
              <a:tr h="444183">
                <a:tc>
                  <a:txBody>
                    <a:bodyPr/>
                    <a:lstStyle/>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r>
              <a:tr h="444183">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Add On skills</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Communications, Team management. Peer learning</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r>
            </a:tbl>
          </a:graphicData>
        </a:graphic>
      </p:graphicFrame>
      <p:sp>
        <p:nvSpPr>
          <p:cNvPr id="7170" name="Text Placeholder 18"/>
          <p:cNvSpPr>
            <a:spLocks noGrp="1"/>
          </p:cNvSpPr>
          <p:nvPr>
            <p:ph type="body" sz="quarter" idx="36"/>
          </p:nvPr>
        </p:nvSpPr>
        <p:spPr>
          <a:xfrm>
            <a:off x="4837113" y="2995613"/>
            <a:ext cx="4008437" cy="2185987"/>
          </a:xfrm>
        </p:spPr>
        <p:txBody>
          <a:bodyPr/>
          <a:lstStyle/>
          <a:p>
            <a:pPr eaLnBrk="1" hangingPunct="1">
              <a:lnSpc>
                <a:spcPct val="114000"/>
              </a:lnSpc>
            </a:pPr>
            <a:r>
              <a:rPr lang="en-US" altLang="en-US" b="1" dirty="0"/>
              <a:t>Online Railway Reservation Application</a:t>
            </a:r>
            <a:endParaRPr lang="en-US" altLang="en-US" b="1" dirty="0"/>
          </a:p>
          <a:p>
            <a:pPr eaLnBrk="1" hangingPunct="1">
              <a:lnSpc>
                <a:spcPct val="114000"/>
              </a:lnSpc>
            </a:pPr>
            <a:r>
              <a:rPr lang="en-IN" altLang="en-US" dirty="0"/>
              <a:t>Completed end to end case study of </a:t>
            </a:r>
            <a:r>
              <a:rPr lang="en-US" altLang="en-IN" dirty="0"/>
              <a:t>Online Railway </a:t>
            </a:r>
            <a:r>
              <a:rPr lang="en-IN" altLang="en-US" dirty="0"/>
              <a:t> Application along with JWT authentication, Swagger and payment testing responsive UI </a:t>
            </a:r>
            <a:r>
              <a:rPr lang="en-US" altLang="en-IN" dirty="0"/>
              <a:t>,</a:t>
            </a:r>
            <a:r>
              <a:rPr lang="en-US" altLang="en-US" dirty="0"/>
              <a:t>CSS and Angular used for user interface.</a:t>
            </a:r>
            <a:endParaRPr lang="en-IN" altLang="nl-NL" b="1" dirty="0"/>
          </a:p>
          <a:p>
            <a:pPr eaLnBrk="1" hangingPunct="1">
              <a:lnSpc>
                <a:spcPct val="114000"/>
              </a:lnSpc>
            </a:pPr>
            <a:r>
              <a:rPr lang="en-IN" altLang="nl-NL" b="1" dirty="0"/>
              <a:t> </a:t>
            </a:r>
            <a:endParaRPr lang="en-IN" altLang="nl-NL" b="1" dirty="0"/>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br>
              <a:rPr lang="en-US" altLang="nl-NL" dirty="0"/>
            </a:br>
            <a:br>
              <a:rPr lang="en-US" altLang="nl-NL" dirty="0"/>
            </a:br>
            <a:endParaRPr lang="nl-NL" altLang="nl-NL" dirty="0"/>
          </a:p>
        </p:txBody>
      </p:sp>
      <p:sp>
        <p:nvSpPr>
          <p:cNvPr id="7171" name="Text Placeholder 21"/>
          <p:cNvSpPr>
            <a:spLocks noGrp="1"/>
          </p:cNvSpPr>
          <p:nvPr>
            <p:ph type="body" sz="quarter" idx="42"/>
          </p:nvPr>
        </p:nvSpPr>
        <p:spPr>
          <a:xfrm>
            <a:off x="2468563" y="665163"/>
            <a:ext cx="6056312" cy="322262"/>
          </a:xfrm>
        </p:spPr>
        <p:txBody>
          <a:bodyPr/>
          <a:lstStyle/>
          <a:p>
            <a:pPr fontAlgn="base">
              <a:spcBef>
                <a:spcPct val="0"/>
              </a:spcBef>
            </a:pPr>
            <a:r>
              <a:rPr lang="nl-NL" altLang="nl-NL"/>
              <a:t>Analyst/Software Engineer</a:t>
            </a:r>
            <a:endParaRPr lang="nl-NL" altLang="nl-NL"/>
          </a:p>
        </p:txBody>
      </p:sp>
      <p:sp>
        <p:nvSpPr>
          <p:cNvPr id="7172" name="Text Placeholder 22"/>
          <p:cNvSpPr>
            <a:spLocks noGrp="1"/>
          </p:cNvSpPr>
          <p:nvPr>
            <p:ph type="body" sz="quarter" idx="43"/>
          </p:nvPr>
        </p:nvSpPr>
        <p:spPr>
          <a:xfrm>
            <a:off x="3649663" y="1353344"/>
            <a:ext cx="2374900" cy="295275"/>
          </a:xfrm>
        </p:spPr>
        <p:txBody>
          <a:bodyPr/>
          <a:lstStyle/>
          <a:p>
            <a:pPr eaLnBrk="1" hangingPunct="1"/>
            <a:endParaRPr lang="nl-NL" altLang="nl-NL" dirty="0"/>
          </a:p>
          <a:p>
            <a:pPr eaLnBrk="1" hangingPunct="1"/>
            <a:endParaRPr lang="nl-NL" altLang="nl-NL" dirty="0"/>
          </a:p>
        </p:txBody>
      </p:sp>
      <p:sp>
        <p:nvSpPr>
          <p:cNvPr id="7173" name="Text Placeholder 24"/>
          <p:cNvSpPr>
            <a:spLocks noGrp="1"/>
          </p:cNvSpPr>
          <p:nvPr>
            <p:ph type="body" sz="quarter" idx="47"/>
          </p:nvPr>
        </p:nvSpPr>
        <p:spPr>
          <a:xfrm>
            <a:off x="3276600" y="1600200"/>
            <a:ext cx="2373630" cy="276225"/>
          </a:xfrm>
        </p:spPr>
        <p:txBody>
          <a:bodyPr/>
          <a:lstStyle/>
          <a:p>
            <a:pPr eaLnBrk="1" hangingPunct="1"/>
            <a:r>
              <a:rPr lang="en-US" altLang="nl-NL" dirty="0"/>
              <a:t>Prajwalbawner03@gmail.com</a:t>
            </a:r>
            <a:r>
              <a:rPr lang="nl-NL" altLang="nl-NL" dirty="0"/>
              <a:t> </a:t>
            </a:r>
            <a:endParaRPr lang="nl-NL" altLang="nl-NL" dirty="0"/>
          </a:p>
        </p:txBody>
      </p:sp>
      <p:sp>
        <p:nvSpPr>
          <p:cNvPr id="7174" name="Text Placeholder 25"/>
          <p:cNvSpPr>
            <a:spLocks noGrp="1"/>
          </p:cNvSpPr>
          <p:nvPr>
            <p:ph type="body" sz="quarter" idx="48"/>
          </p:nvPr>
        </p:nvSpPr>
        <p:spPr>
          <a:xfrm>
            <a:off x="3352483" y="1828483"/>
            <a:ext cx="2382837" cy="330200"/>
          </a:xfrm>
        </p:spPr>
        <p:txBody>
          <a:bodyPr/>
          <a:lstStyle/>
          <a:p>
            <a:pPr eaLnBrk="1" hangingPunct="1"/>
            <a:r>
              <a:rPr lang="nl-NL" altLang="nl-NL" dirty="0"/>
              <a:t>+91</a:t>
            </a:r>
            <a:r>
              <a:rPr lang="en-US" altLang="nl-NL" dirty="0"/>
              <a:t> 9359099545</a:t>
            </a:r>
            <a:endParaRPr lang="en-US" altLang="nl-NL" dirty="0"/>
          </a:p>
        </p:txBody>
      </p:sp>
      <p:sp>
        <p:nvSpPr>
          <p:cNvPr id="7175" name="Text Placeholder 26"/>
          <p:cNvSpPr>
            <a:spLocks noGrp="1"/>
          </p:cNvSpPr>
          <p:nvPr>
            <p:ph type="body" sz="quarter" idx="50"/>
          </p:nvPr>
        </p:nvSpPr>
        <p:spPr>
          <a:xfrm>
            <a:off x="438150" y="2672557"/>
            <a:ext cx="4057650" cy="2509043"/>
          </a:xfrm>
        </p:spPr>
        <p:txBody>
          <a:bodyPr/>
          <a:lstStyle/>
          <a:p>
            <a:r>
              <a:rPr lang="en-US" altLang="en-US" sz="1100" b="1" dirty="0"/>
              <a:t>Full Stack Developer</a:t>
            </a:r>
            <a:endParaRPr lang="en-US" altLang="en-US" sz="1100" b="1" dirty="0"/>
          </a:p>
          <a:p>
            <a:pPr marL="171450" indent="-171450">
              <a:buFont typeface="Arial" panose="020B0604020202020204" pitchFamily="34" charset="0"/>
              <a:buChar char="•"/>
            </a:pPr>
            <a:r>
              <a:rPr lang="en-US" dirty="0"/>
              <a:t>Hands on experience in creating </a:t>
            </a:r>
            <a:r>
              <a:rPr lang="en-US" b="1" dirty="0"/>
              <a:t>microservices</a:t>
            </a:r>
            <a:r>
              <a:rPr lang="en-US" dirty="0"/>
              <a:t> with </a:t>
            </a:r>
            <a:r>
              <a:rPr lang="en-US" b="1" dirty="0" err="1"/>
              <a:t>Springboot</a:t>
            </a:r>
            <a:r>
              <a:rPr lang="en-US" b="1" dirty="0"/>
              <a:t>, Spring Security, Spring Cloud API Gateway,</a:t>
            </a:r>
            <a:r>
              <a:rPr lang="en-US" dirty="0"/>
              <a:t> Eureka server,  load balancing .</a:t>
            </a:r>
            <a:endParaRPr lang="en-US" dirty="0"/>
          </a:p>
          <a:p>
            <a:pPr marL="171450" indent="-171450">
              <a:buFont typeface="Arial" panose="020B0604020202020204" pitchFamily="34" charset="0"/>
              <a:buChar char="•"/>
            </a:pPr>
            <a:r>
              <a:rPr lang="en-US" dirty="0"/>
              <a:t>Proficient in creating </a:t>
            </a:r>
            <a:r>
              <a:rPr lang="en-US" b="1" dirty="0"/>
              <a:t>Single page Web</a:t>
            </a:r>
            <a:r>
              <a:rPr lang="en-US" dirty="0"/>
              <a:t> Application in </a:t>
            </a:r>
            <a:r>
              <a:rPr lang="en-US" b="1" dirty="0"/>
              <a:t>Angular</a:t>
            </a:r>
            <a:r>
              <a:rPr lang="en-US" dirty="0"/>
              <a:t> with Authentication with route guards, Angular reactive forms, angular routing, CSS .</a:t>
            </a:r>
            <a:endParaRPr lang="en-US" dirty="0"/>
          </a:p>
          <a:p>
            <a:pPr marL="171450" indent="-171450">
              <a:buFont typeface="Arial" panose="020B0604020202020204" pitchFamily="34" charset="0"/>
              <a:buChar char="•"/>
            </a:pPr>
            <a:r>
              <a:rPr lang="en-US" dirty="0"/>
              <a:t>Hands on experience in implementing microservice architecture with </a:t>
            </a:r>
            <a:r>
              <a:rPr lang="en-US" b="1" dirty="0"/>
              <a:t>spring boot</a:t>
            </a:r>
            <a:r>
              <a:rPr lang="en-US" dirty="0"/>
              <a:t> </a:t>
            </a:r>
            <a:endParaRPr lang="en-US" dirty="0"/>
          </a:p>
          <a:p>
            <a:pPr marL="171450" indent="-171450">
              <a:buFont typeface="Arial" panose="020B0604020202020204" pitchFamily="34" charset="0"/>
              <a:buChar char="•"/>
            </a:pPr>
            <a:r>
              <a:rPr lang="en-US" dirty="0"/>
              <a:t>Experience in creating documentation with Java docs and swagger and in </a:t>
            </a:r>
            <a:r>
              <a:rPr lang="en-US" b="1" dirty="0"/>
              <a:t>unit testing using Junit, Mockito</a:t>
            </a:r>
            <a:r>
              <a:rPr lang="en-US" dirty="0"/>
              <a:t> including </a:t>
            </a:r>
            <a:r>
              <a:rPr lang="en-US" b="1" dirty="0"/>
              <a:t>code quality compliance using Sonar cube</a:t>
            </a:r>
            <a:endParaRPr lang="en-US" b="1" dirty="0"/>
          </a:p>
          <a:p>
            <a:pPr marL="171450" indent="-171450">
              <a:buFont typeface="Arial" panose="020B0604020202020204" pitchFamily="34" charset="0"/>
              <a:buChar char="•"/>
            </a:pPr>
            <a:r>
              <a:rPr lang="en-US" dirty="0"/>
              <a:t>Development experience in creating docker images and pushing to </a:t>
            </a:r>
            <a:r>
              <a:rPr lang="en-US" b="1" dirty="0"/>
              <a:t>Docker Hub .</a:t>
            </a:r>
            <a:endParaRPr lang="en-US" dirty="0"/>
          </a:p>
          <a:p>
            <a:br>
              <a:rPr lang="en-US" altLang="nl-NL" dirty="0"/>
            </a:br>
            <a:endParaRPr lang="en-US" altLang="nl-NL" dirty="0"/>
          </a:p>
        </p:txBody>
      </p:sp>
      <p:sp>
        <p:nvSpPr>
          <p:cNvPr id="7178" name="Text Placeholder 1"/>
          <p:cNvSpPr>
            <a:spLocks noGrp="1"/>
          </p:cNvSpPr>
          <p:nvPr>
            <p:ph type="body" sz="quarter" idx="41"/>
          </p:nvPr>
        </p:nvSpPr>
        <p:spPr>
          <a:xfrm>
            <a:off x="2468563" y="290513"/>
            <a:ext cx="6223000" cy="306387"/>
          </a:xfrm>
        </p:spPr>
        <p:txBody>
          <a:bodyPr/>
          <a:lstStyle/>
          <a:p>
            <a:r>
              <a:rPr lang="en-US" altLang="en-IN" dirty="0"/>
              <a:t>Prajwal Ravindra Bawner</a:t>
            </a:r>
            <a:endParaRPr lang="en-US" altLang="en-IN" dirty="0"/>
          </a:p>
        </p:txBody>
      </p:sp>
      <p:pic>
        <p:nvPicPr>
          <p:cNvPr id="7179" name="Picture 7">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l="23582" t="2058" r="24332" b="4875"/>
          <a:stretch>
            <a:fillRect/>
          </a:stretch>
        </p:blipFill>
        <p:spPr bwMode="auto">
          <a:xfrm>
            <a:off x="4460946" y="6221411"/>
            <a:ext cx="471487"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0" name="TextBox 3"/>
          <p:cNvSpPr txBox="1">
            <a:spLocks noChangeArrowheads="1"/>
          </p:cNvSpPr>
          <p:nvPr/>
        </p:nvSpPr>
        <p:spPr bwMode="auto">
          <a:xfrm>
            <a:off x="4976883" y="6397625"/>
            <a:ext cx="34099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IN" altLang="en-US"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Check out my work on GitHub &amp; Video Profile</a:t>
            </a:r>
            <a:endParaRPr kumimoji="0" lang="en-IN" altLang="en-US"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endParaRPr>
          </a:p>
        </p:txBody>
      </p:sp>
      <p:pic>
        <p:nvPicPr>
          <p:cNvPr id="7181" name="Picture 6" descr="Movie, play, video icon">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8802" y="6227760"/>
            <a:ext cx="4730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2" name="Picture 4" descr="Free icon download | Linkedi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46881" y="1989138"/>
            <a:ext cx="325438"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3" name="Text Placeholder 25"/>
          <p:cNvSpPr txBox="1">
            <a:spLocks noChangeArrowheads="1"/>
          </p:cNvSpPr>
          <p:nvPr/>
        </p:nvSpPr>
        <p:spPr bwMode="white">
          <a:xfrm>
            <a:off x="3048092" y="1969248"/>
            <a:ext cx="23812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680"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4155">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880" indent="-233680">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marL="0" marR="0" lvl="0" indent="0" algn="l" defTabSz="914400" rtl="0" eaLnBrk="1" fontAlgn="auto" latinLnBrk="0" hangingPunct="1">
              <a:lnSpc>
                <a:spcPts val="2200"/>
              </a:lnSpc>
              <a:spcBef>
                <a:spcPts val="0"/>
              </a:spcBef>
              <a:spcAft>
                <a:spcPts val="600"/>
              </a:spcAft>
              <a:buClrTx/>
              <a:buSzTx/>
              <a:buFont typeface="Arial" panose="020B0604020202020204" pitchFamily="34" charset="0"/>
              <a:buNone/>
              <a:defRPr/>
            </a:pPr>
            <a:r>
              <a:rPr kumimoji="0" lang="nl-NL" altLang="nl-NL" sz="1100" b="0" i="0" u="none" strike="noStrike" kern="1200" cap="none" spc="0" normalizeH="0" baseline="0" noProof="0">
                <a:ln>
                  <a:noFill/>
                </a:ln>
                <a:solidFill>
                  <a:srgbClr val="FFFFFF"/>
                </a:solidFill>
                <a:effectLst/>
                <a:uLnTx/>
                <a:uFillTx/>
                <a:latin typeface="Verdana" panose="020B0604030504040204" pitchFamily="34" charset="0"/>
                <a:ea typeface="+mn-ea"/>
                <a:cs typeface="+mn-cs"/>
              </a:rPr>
              <a:t>A4</a:t>
            </a:r>
            <a:endParaRPr kumimoji="0" lang="nl-NL" altLang="nl-NL" sz="1100" b="0" i="0" u="none" strike="noStrike" kern="1200" cap="none" spc="0" normalizeH="0" baseline="0" noProof="0">
              <a:ln>
                <a:noFill/>
              </a:ln>
              <a:solidFill>
                <a:srgbClr val="FFFFFF"/>
              </a:solidFill>
              <a:effectLst/>
              <a:uLnTx/>
              <a:uFillTx/>
              <a:latin typeface="Verdana" panose="020B0604030504040204" pitchFamily="34" charset="0"/>
              <a:ea typeface="+mn-ea"/>
              <a:cs typeface="+mn-cs"/>
            </a:endParaRPr>
          </a:p>
        </p:txBody>
      </p:sp>
      <p:sp>
        <p:nvSpPr>
          <p:cNvPr id="5" name="Rectangle 4"/>
          <p:cNvSpPr/>
          <p:nvPr/>
        </p:nvSpPr>
        <p:spPr>
          <a:xfrm>
            <a:off x="9499417" y="547041"/>
            <a:ext cx="2424112" cy="616585"/>
          </a:xfrm>
          <a:prstGeom prst="rect">
            <a:avLst/>
          </a:prstGeom>
        </p:spPr>
        <p:txBody>
          <a:bodyPr wrap="square">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en-US" altLang="nl-NL" sz="10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Bachelor of Engineering </a:t>
            </a:r>
            <a:endParaRPr kumimoji="0" lang="en-US" altLang="nl-NL" sz="10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endParaRPr>
          </a:p>
          <a:p>
            <a:pPr marL="0" marR="0" lvl="0" indent="0" algn="l" defTabSz="914400" rtl="0" eaLnBrk="1" fontAlgn="auto" latinLnBrk="0" hangingPunct="1">
              <a:lnSpc>
                <a:spcPct val="114000"/>
              </a:lnSpc>
              <a:spcBef>
                <a:spcPts val="0"/>
              </a:spcBef>
              <a:spcAft>
                <a:spcPts val="0"/>
              </a:spcAft>
              <a:buClrTx/>
              <a:buSzTx/>
              <a:buFontTx/>
              <a:buNone/>
              <a:defRPr/>
            </a:pPr>
            <a:r>
              <a:rPr kumimoji="0" lang="en-US" altLang="nl-NL" sz="10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Electronics Engineering : 2018 - 2022</a:t>
            </a:r>
            <a:endParaRPr kumimoji="0" lang="en-US" altLang="nl-NL" sz="10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endParaRPr>
          </a:p>
        </p:txBody>
      </p:sp>
      <p:sp>
        <p:nvSpPr>
          <p:cNvPr id="6" name="Rectangle 5"/>
          <p:cNvSpPr/>
          <p:nvPr/>
        </p:nvSpPr>
        <p:spPr>
          <a:xfrm>
            <a:off x="9220439" y="987348"/>
            <a:ext cx="567784"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nl-NL" sz="1000" b="1" i="0" u="none" strike="noStrike" kern="1200" cap="none" spc="0" normalizeH="0" baseline="0" noProof="0" dirty="0">
                <a:ln>
                  <a:noFill/>
                </a:ln>
                <a:solidFill>
                  <a:srgbClr val="0070AD"/>
                </a:solidFill>
                <a:effectLst/>
                <a:uLnTx/>
                <a:uFillTx/>
                <a:latin typeface="Verdana" panose="020B0604030504040204" pitchFamily="34" charset="0"/>
                <a:ea typeface="+mn-ea"/>
                <a:cs typeface="+mn-cs"/>
              </a:rPr>
              <a:t>Skills</a:t>
            </a:r>
            <a:endParaRPr kumimoji="0" lang="en-US" sz="1000" b="0" i="0" u="none" strike="noStrike" kern="1200" cap="none" spc="0" normalizeH="0" baseline="0" noProof="0" dirty="0">
              <a:ln>
                <a:noFill/>
              </a:ln>
              <a:solidFill>
                <a:prstClr val="black"/>
              </a:solidFill>
              <a:effectLst/>
              <a:uLnTx/>
              <a:uFillTx/>
              <a:latin typeface="Verdana" panose="020B0604030504040204"/>
              <a:ea typeface="+mn-ea"/>
              <a:cs typeface="+mn-cs"/>
            </a:endParaRPr>
          </a:p>
        </p:txBody>
      </p:sp>
      <p:pic>
        <p:nvPicPr>
          <p:cNvPr id="3" name="Picture Placeholder 2" descr="Prajwal."/>
          <p:cNvPicPr>
            <a:picLocks noChangeAspect="1"/>
          </p:cNvPicPr>
          <p:nvPr>
            <p:ph type="pic" sz="quarter" idx="46"/>
          </p:nvPr>
        </p:nvPicPr>
        <p:blipFill>
          <a:blip r:embed="rId6"/>
          <a:stretch>
            <a:fillRect/>
          </a:stretch>
        </p:blipFill>
        <p:spPr>
          <a:xfrm>
            <a:off x="552450" y="287655"/>
            <a:ext cx="1395095" cy="1735455"/>
          </a:xfrm>
          <a:prstGeom prst="rect">
            <a:avLst/>
          </a:prstGeom>
        </p:spPr>
      </p:pic>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pNl9qzkNXSk2ij_NoCuEf2A"/>
</p:tagLst>
</file>

<file path=ppt/tags/tag3.xml><?xml version="1.0" encoding="utf-8"?>
<p:tagLst xmlns:p="http://schemas.openxmlformats.org/presentationml/2006/main">
  <p:tag name="THINKCELLSHAPEDONOTDELETE" val="p8jhdt9jI2kmDW3acO87diQ"/>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THINKCELLSHAPEDONOTDELETE" val="ptIjPmYduDEihDAvnsmSINQ"/>
</p:tagLst>
</file>

<file path=ppt/tags/tag6.xml><?xml version="1.0" encoding="utf-8"?>
<p:tagLst xmlns:p="http://schemas.openxmlformats.org/presentationml/2006/main">
  <p:tag name="THINKCELLSHAPEDONOTDELETE" val="pMCiS0.yx0EOD8F1j3NQrHQ"/>
</p:tagLst>
</file>

<file path=ppt/tags/tag7.xml><?xml version="1.0" encoding="utf-8"?>
<p:tagLst xmlns:p="http://schemas.openxmlformats.org/presentationml/2006/main">
  <p:tag name="THINKCELLSHAPEDONOTDELETE" val="pzz079BM2o06hslZIU5JQRQ"/>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pb7lR2ZPdT0GiqzvYZsxoow"/>
</p:tagLst>
</file>

<file path=ppt/tags/tag10.xml><?xml version="1.0" encoding="utf-8"?>
<p:tagLst xmlns:p="http://schemas.openxmlformats.org/presentationml/2006/main">
  <p:tag name="THINKCELLSHAPEDONOTDELETE" val="pDDnGmnlJWUybweSHRV5zMg"/>
</p:tagLst>
</file>

<file path=ppt/tags/tag11.xml><?xml version="1.0" encoding="utf-8"?>
<p:tagLst xmlns:p="http://schemas.openxmlformats.org/presentationml/2006/main">
  <p:tag name="THINKCELLSHAPEDONOTDELETE" val="pgQ5iGtRqU02KNLCmPGzp4A"/>
</p:tagLst>
</file>

<file path=ppt/tags/tag12.xml><?xml version="1.0" encoding="utf-8"?>
<p:tagLst xmlns:p="http://schemas.openxmlformats.org/presentationml/2006/main">
  <p:tag name="THINKCELLSHAPEDONOTDELETE" val="thinkcellActiveDocDoNotDelete"/>
</p:tagLst>
</file>

<file path=ppt/tags/tag13.xml><?xml version="1.0" encoding="utf-8"?>
<p:tagLst xmlns:p="http://schemas.openxmlformats.org/presentationml/2006/main">
  <p:tag name="THINKCELLSHAPEDONOTDELETE" val="pDc8wFtNDQEWdRtOXF1QyRg"/>
</p:tagLst>
</file>

<file path=ppt/tags/tag14.xml><?xml version="1.0" encoding="utf-8"?>
<p:tagLst xmlns:p="http://schemas.openxmlformats.org/presentationml/2006/main">
  <p:tag name="THINKCELLSHAPEDONOTDELETE" val="pMtFIJDhqukmiZrrs7RIxOQ"/>
</p:tagLst>
</file>

<file path=ppt/tags/tag15.xml><?xml version="1.0" encoding="utf-8"?>
<p:tagLst xmlns:p="http://schemas.openxmlformats.org/presentationml/2006/main">
  <p:tag name="THINKCELLSHAPEDONOTDELETE" val="pBBk8lAE_1EizYsNCWPJyzQ"/>
</p:tagLst>
</file>

<file path=ppt/tags/tag16.xml><?xml version="1.0" encoding="utf-8"?>
<p:tagLst xmlns:p="http://schemas.openxmlformats.org/presentationml/2006/main">
  <p:tag name="THINKCELLSHAPEDONOTDELETE" val="pLSf6F_6IvUOzE1MWebP3wg"/>
</p:tagLst>
</file>

<file path=ppt/tags/tag17.xml><?xml version="1.0" encoding="utf-8"?>
<p:tagLst xmlns:p="http://schemas.openxmlformats.org/presentationml/2006/main">
  <p:tag name="THINKCELLSHAPEDONOTDELETE" val="plIkCAESggUqrdbLfjv5zDQ"/>
</p:tagLst>
</file>

<file path=ppt/tags/tag18.xml><?xml version="1.0" encoding="utf-8"?>
<p:tagLst xmlns:p="http://schemas.openxmlformats.org/presentationml/2006/main">
  <p:tag name="THINKCELLSHAPEDONOTDELETE" val="thinkcellActiveDocDoNotDelete"/>
</p:tagLst>
</file>

<file path=ppt/tags/tag19.xml><?xml version="1.0" encoding="utf-8"?>
<p:tagLst xmlns:p="http://schemas.openxmlformats.org/presentationml/2006/main">
  <p:tag name="THINKCELLSHAPEDONOTDELETE" val="pwYnDl6hGIEiK2JQntAZnxg"/>
</p:tagLst>
</file>

<file path=ppt/tags/tag20.xml><?xml version="1.0" encoding="utf-8"?>
<p:tagLst xmlns:p="http://schemas.openxmlformats.org/presentationml/2006/main">
  <p:tag name="THINKCELLSHAPEDONOTDELETE" val="thinkcellActiveDocDoNotDelete"/>
</p:tagLst>
</file>

<file path=ppt/tags/tag21.xml><?xml version="1.0" encoding="utf-8"?>
<p:tagLst xmlns:p="http://schemas.openxmlformats.org/presentationml/2006/main">
  <p:tag name="THINKCELLSHAPEDONOTDELETE" val="thinkcellActiveDocDoNotDelete"/>
</p:tagLst>
</file>

<file path=ppt/tags/tag22.xml><?xml version="1.0" encoding="utf-8"?>
<p:tagLst xmlns:p="http://schemas.openxmlformats.org/presentationml/2006/main">
  <p:tag name="THINKCELLSHAPEDONOTDELETE" val="thinkcellActiveDocDoNotDelete"/>
</p:tagLst>
</file>

<file path=ppt/tags/tag23.xml><?xml version="1.0" encoding="utf-8"?>
<p:tagLst xmlns:p="http://schemas.openxmlformats.org/presentationml/2006/main">
  <p:tag name="THINKCELLSHAPEDONOTDELETE" val="thinkcellActiveDocDoNotDelete"/>
</p:tagLst>
</file>

<file path=ppt/tags/tag24.xml><?xml version="1.0" encoding="utf-8"?>
<p:tagLst xmlns:p="http://schemas.openxmlformats.org/presentationml/2006/main">
  <p:tag name="THINKCELLSHAPEDONOTDELETE" val="thinkcellActiveDocDoNotDelete"/>
</p:tagLst>
</file>

<file path=ppt/tags/tag25.xml><?xml version="1.0" encoding="utf-8"?>
<p:tagLst xmlns:p="http://schemas.openxmlformats.org/presentationml/2006/main">
  <p:tag name="THINKCELLSHAPEDONOTDELETE" val="pu8VTg_P6rkuq_fbZG2oYXw"/>
</p:tagLst>
</file>

<file path=ppt/tags/tag26.xml><?xml version="1.0" encoding="utf-8"?>
<p:tagLst xmlns:p="http://schemas.openxmlformats.org/presentationml/2006/main">
  <p:tag name="THINKCELLSHAPEDONOTDELETE" val="pPHldxlhBv0miWYXN6H8BTQ"/>
</p:tagLst>
</file>

<file path=ppt/tags/tag27.xml><?xml version="1.0" encoding="utf-8"?>
<p:tagLst xmlns:p="http://schemas.openxmlformats.org/presentationml/2006/main">
  <p:tag name="THINKCELLSHAPEDONOTDELETE" val="phk.3W3rhiEqWtBDEsi7Xgw"/>
</p:tagLst>
</file>

<file path=ppt/tags/tag28.xml><?xml version="1.0" encoding="utf-8"?>
<p:tagLst xmlns:p="http://schemas.openxmlformats.org/presentationml/2006/main">
  <p:tag name="THINKCELLSHAPEDONOTDELETE" val="pzTl75Tp2nEy_4PpazGLtVA"/>
</p:tagLst>
</file>

<file path=ppt/tags/tag29.xml><?xml version="1.0" encoding="utf-8"?>
<p:tagLst xmlns:p="http://schemas.openxmlformats.org/presentationml/2006/main">
  <p:tag name="THINKCELLSHAPEDONOTDELETE" val="p1xI4A68crEiZSNCDbGy9gA"/>
</p:tagLst>
</file>

<file path=ppt/tags/tag30.xml><?xml version="1.0" encoding="utf-8"?>
<p:tagLst xmlns:p="http://schemas.openxmlformats.org/presentationml/2006/main">
  <p:tag name="THINKCELLSHAPEDONOTDELETE" val="thinkcellActiveDocDoNotDelete"/>
</p:tagLst>
</file>

<file path=ppt/tags/tag31.xml><?xml version="1.0" encoding="utf-8"?>
<p:tagLst xmlns:p="http://schemas.openxmlformats.org/presentationml/2006/main">
  <p:tag name="THINKCELLSHAPEDONOTDELETE" val="thinkcellActiveDocDoNotDelete"/>
</p:tagLst>
</file>

<file path=ppt/tags/tag32.xml><?xml version="1.0" encoding="utf-8"?>
<p:tagLst xmlns:p="http://schemas.openxmlformats.org/presentationml/2006/main">
  <p:tag name="THINKCELLSHAPEDONOTDELETE" val="thinkcellActiveDocDoNotDelete"/>
</p:tagLst>
</file>

<file path=ppt/tags/tag33.xml><?xml version="1.0" encoding="utf-8"?>
<p:tagLst xmlns:p="http://schemas.openxmlformats.org/presentationml/2006/main">
  <p:tag name="THINKCELLSHAPEDONOTDELETE" val="thinkcellActiveDocDoNotDelete"/>
</p:tagLst>
</file>

<file path=ppt/tags/tag34.xml><?xml version="1.0" encoding="utf-8"?>
<p:tagLst xmlns:p="http://schemas.openxmlformats.org/presentationml/2006/main">
  <p:tag name="THINKCELLUNDODONOTDELETE" val="0"/>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ppt-template_Capgemini-2020 (7)</Template>
  <TotalTime>0</TotalTime>
  <Words>1925</Words>
  <Application>WPS Presentation</Application>
  <PresentationFormat>Widescreen</PresentationFormat>
  <Paragraphs>94</Paragraphs>
  <Slides>1</Slides>
  <Notes>2</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7</vt:i4>
      </vt:variant>
      <vt:variant>
        <vt:lpstr>幻灯片标题</vt:lpstr>
      </vt:variant>
      <vt:variant>
        <vt:i4>1</vt:i4>
      </vt:variant>
    </vt:vector>
  </HeadingPairs>
  <TitlesOfParts>
    <vt:vector size="19" baseType="lpstr">
      <vt:lpstr>Arial</vt:lpstr>
      <vt:lpstr>SimSun</vt:lpstr>
      <vt:lpstr>Wingdings</vt:lpstr>
      <vt:lpstr>Helvetica Light</vt:lpstr>
      <vt:lpstr>Verdana</vt:lpstr>
      <vt:lpstr>Arial</vt:lpstr>
      <vt:lpstr>Verdana</vt:lpstr>
      <vt:lpstr>Microsoft YaHei</vt:lpstr>
      <vt:lpstr>Arial Unicode MS</vt:lpstr>
      <vt:lpstr>1_CG_2012_Template</vt:lpstr>
      <vt:lpstr>2_Capgemini Master</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PowerPoint 演示文稿</vt:lpstr>
    </vt:vector>
  </TitlesOfParts>
  <Company>Capgemini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Bapat, Rashmi</dc:creator>
  <dc:subject>ppt template</dc:subject>
  <cp:lastModifiedBy>ASUS</cp:lastModifiedBy>
  <cp:revision>101</cp:revision>
  <dcterms:created xsi:type="dcterms:W3CDTF">2020-09-22T06:24:00Z</dcterms:created>
  <dcterms:modified xsi:type="dcterms:W3CDTF">2022-07-03T11:57:00Z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0x010100C33155D503BFC942A57BA969F1C4EED5</vt:lpwstr>
  </property>
  <property fmtid="{D5CDD505-2E9C-101B-9397-08002B2CF9AE}" pid="3" name="ICV">
    <vt:lpwstr>69BEE86DD35342AC9132C76DC9C3F45E</vt:lpwstr>
  </property>
  <property fmtid="{D5CDD505-2E9C-101B-9397-08002B2CF9AE}" pid="4" name="KSOProductBuildVer">
    <vt:lpwstr>1033-11.2.0.11156</vt:lpwstr>
  </property>
</Properties>
</file>